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6" r:id="rId5"/>
    <p:sldId id="261" r:id="rId6"/>
    <p:sldId id="260" r:id="rId7"/>
    <p:sldId id="264" r:id="rId8"/>
    <p:sldId id="268" r:id="rId9"/>
    <p:sldId id="269" r:id="rId10"/>
    <p:sldId id="265" r:id="rId11"/>
    <p:sldId id="267" r:id="rId12"/>
  </p:sldIdLst>
  <p:sldSz cx="14630400" cy="8229600"/>
  <p:notesSz cx="8229600" cy="14630400"/>
  <p:embeddedFontLst>
    <p:embeddedFont>
      <p:font typeface="Aptos Narrow" panose="020B0004020202020204" pitchFamily="34" charset="0"/>
      <p:regular r:id="rId14"/>
      <p:bold r:id="rId15"/>
      <p:italic r:id="rId16"/>
      <p:boldItalic r:id="rId17"/>
    </p:embeddedFont>
    <p:embeddedFont>
      <p:font typeface="Libre Baskerville" panose="02000000000000000000" pitchFamily="2" charset="0"/>
      <p:regular r:id="rId18"/>
      <p:bold r:id="rId19"/>
      <p:italic r:id="rId20"/>
    </p:embeddedFont>
    <p:embeddedFont>
      <p:font typeface="Open Sans" panose="020B0606030504020204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3FCF"/>
    <a:srgbClr val="403CCF"/>
    <a:srgbClr val="00FFC3"/>
    <a:srgbClr val="FBF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834C9A-9EC7-1728-FF3F-205FD1E0C374}" v="3" dt="2025-09-22T00:50:07.747"/>
    <p1510:client id="{267E20C9-675D-2AB4-ED44-C124FDE28CE9}" v="430" dt="2025-09-21T17:37:47.082"/>
    <p1510:client id="{3898A2B5-BE9E-7261-2D37-CEA1F51A1C16}" v="5" dt="2025-09-22T06:37:48.482"/>
    <p1510:client id="{48843112-85A0-719C-9EB2-DAB5CF80F371}" v="165" dt="2025-09-22T08:15:26.875"/>
    <p1510:client id="{594EF83D-4666-6176-C97C-E5EBA5F567EC}" v="146" dt="2025-09-22T08:12:44.160"/>
    <p1510:client id="{6FFC57BC-D834-EF3F-4A3B-A6B83ED9CD9C}" v="83" dt="2025-09-21T14:38:44.979"/>
    <p1510:client id="{CFBA0A4A-82A3-AD28-94F8-55CF1E88C6ED}" v="203" dt="2025-09-21T14:26:39.600"/>
    <p1510:client id="{F220E507-B36C-AF17-657F-3E8C7656D274}" v="141" dt="2025-09-21T16:49:18.6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00f9cda3-075e-44e5-aa0b-aba3add6539f::" providerId="AD" clId="Web-{F220E507-B36C-AF17-657F-3E8C7656D274}"/>
    <pc:docChg chg="delSld modSld sldOrd">
      <pc:chgData name="Guest User" userId="S::urn:spo:tenantanon#00f9cda3-075e-44e5-aa0b-aba3add6539f::" providerId="AD" clId="Web-{F220E507-B36C-AF17-657F-3E8C7656D274}" dt="2025-09-21T16:49:18.688" v="129" actId="1076"/>
      <pc:docMkLst>
        <pc:docMk/>
      </pc:docMkLst>
      <pc:sldChg chg="addSp delSp modSp">
        <pc:chgData name="Guest User" userId="S::urn:spo:tenantanon#00f9cda3-075e-44e5-aa0b-aba3add6539f::" providerId="AD" clId="Web-{F220E507-B36C-AF17-657F-3E8C7656D274}" dt="2025-09-21T14:09:02.341" v="10"/>
        <pc:sldMkLst>
          <pc:docMk/>
          <pc:sldMk cId="0" sldId="256"/>
        </pc:sldMkLst>
        <pc:spChg chg="add mod">
          <ac:chgData name="Guest User" userId="S::urn:spo:tenantanon#00f9cda3-075e-44e5-aa0b-aba3add6539f::" providerId="AD" clId="Web-{F220E507-B36C-AF17-657F-3E8C7656D274}" dt="2025-09-21T14:08:25.669" v="4"/>
          <ac:spMkLst>
            <pc:docMk/>
            <pc:sldMk cId="0" sldId="256"/>
            <ac:spMk id="6" creationId="{D82C85CF-A24E-E031-76B8-41008017D538}"/>
          </ac:spMkLst>
        </pc:spChg>
        <pc:spChg chg="add del">
          <ac:chgData name="Guest User" userId="S::urn:spo:tenantanon#00f9cda3-075e-44e5-aa0b-aba3add6539f::" providerId="AD" clId="Web-{F220E507-B36C-AF17-657F-3E8C7656D274}" dt="2025-09-21T14:09:02.341" v="10"/>
          <ac:spMkLst>
            <pc:docMk/>
            <pc:sldMk cId="0" sldId="256"/>
            <ac:spMk id="7" creationId="{FDD6E39D-DB8B-5EFE-6CBA-87FD84C4198D}"/>
          </ac:spMkLst>
        </pc:spChg>
        <pc:picChg chg="del">
          <ac:chgData name="Guest User" userId="S::urn:spo:tenantanon#00f9cda3-075e-44e5-aa0b-aba3add6539f::" providerId="AD" clId="Web-{F220E507-B36C-AF17-657F-3E8C7656D274}" dt="2025-09-21T14:07:43.653" v="0"/>
          <ac:picMkLst>
            <pc:docMk/>
            <pc:sldMk cId="0" sldId="256"/>
            <ac:picMk id="11" creationId="{2C44212E-86C3-FBA5-46AF-FF608AF37848}"/>
          </ac:picMkLst>
        </pc:picChg>
      </pc:sldChg>
      <pc:sldChg chg="addSp modSp">
        <pc:chgData name="Guest User" userId="S::urn:spo:tenantanon#00f9cda3-075e-44e5-aa0b-aba3add6539f::" providerId="AD" clId="Web-{F220E507-B36C-AF17-657F-3E8C7656D274}" dt="2025-09-21T14:09:04.481" v="11"/>
        <pc:sldMkLst>
          <pc:docMk/>
          <pc:sldMk cId="0" sldId="257"/>
        </pc:sldMkLst>
        <pc:spChg chg="mod">
          <ac:chgData name="Guest User" userId="S::urn:spo:tenantanon#00f9cda3-075e-44e5-aa0b-aba3add6539f::" providerId="AD" clId="Web-{F220E507-B36C-AF17-657F-3E8C7656D274}" dt="2025-09-21T14:08:53.763" v="7" actId="1076"/>
          <ac:spMkLst>
            <pc:docMk/>
            <pc:sldMk cId="0" sldId="257"/>
            <ac:spMk id="2" creationId="{00000000-0000-0000-0000-000000000000}"/>
          </ac:spMkLst>
        </pc:spChg>
        <pc:spChg chg="add">
          <ac:chgData name="Guest User" userId="S::urn:spo:tenantanon#00f9cda3-075e-44e5-aa0b-aba3add6539f::" providerId="AD" clId="Web-{F220E507-B36C-AF17-657F-3E8C7656D274}" dt="2025-09-21T14:09:04.481" v="11"/>
          <ac:spMkLst>
            <pc:docMk/>
            <pc:sldMk cId="0" sldId="257"/>
            <ac:spMk id="7" creationId="{CFA5244A-B0D1-083A-91D1-6920812A8E57}"/>
          </ac:spMkLst>
        </pc:spChg>
        <pc:picChg chg="mod">
          <ac:chgData name="Guest User" userId="S::urn:spo:tenantanon#00f9cda3-075e-44e5-aa0b-aba3add6539f::" providerId="AD" clId="Web-{F220E507-B36C-AF17-657F-3E8C7656D274}" dt="2025-09-21T14:08:57.372" v="8" actId="1076"/>
          <ac:picMkLst>
            <pc:docMk/>
            <pc:sldMk cId="0" sldId="257"/>
            <ac:picMk id="5" creationId="{00000000-0000-0000-0000-000000000000}"/>
          </ac:picMkLst>
        </pc:picChg>
      </pc:sldChg>
      <pc:sldChg chg="addSp delSp modSp">
        <pc:chgData name="Guest User" userId="S::urn:spo:tenantanon#00f9cda3-075e-44e5-aa0b-aba3add6539f::" providerId="AD" clId="Web-{F220E507-B36C-AF17-657F-3E8C7656D274}" dt="2025-09-21T14:24:20.718" v="39" actId="20577"/>
        <pc:sldMkLst>
          <pc:docMk/>
          <pc:sldMk cId="0" sldId="258"/>
        </pc:sldMkLst>
        <pc:spChg chg="mod">
          <ac:chgData name="Guest User" userId="S::urn:spo:tenantanon#00f9cda3-075e-44e5-aa0b-aba3add6539f::" providerId="AD" clId="Web-{F220E507-B36C-AF17-657F-3E8C7656D274}" dt="2025-09-21T14:24:20.718" v="39" actId="20577"/>
          <ac:spMkLst>
            <pc:docMk/>
            <pc:sldMk cId="0" sldId="258"/>
            <ac:spMk id="2" creationId="{00000000-0000-0000-0000-000000000000}"/>
          </ac:spMkLst>
        </pc:spChg>
        <pc:spChg chg="add">
          <ac:chgData name="Guest User" userId="S::urn:spo:tenantanon#00f9cda3-075e-44e5-aa0b-aba3add6539f::" providerId="AD" clId="Web-{F220E507-B36C-AF17-657F-3E8C7656D274}" dt="2025-09-21T14:09:08.950" v="13"/>
          <ac:spMkLst>
            <pc:docMk/>
            <pc:sldMk cId="0" sldId="258"/>
            <ac:spMk id="20" creationId="{DB3494AD-432D-5745-72A5-4739CA30110C}"/>
          </ac:spMkLst>
        </pc:spChg>
        <pc:picChg chg="del">
          <ac:chgData name="Guest User" userId="S::urn:spo:tenantanon#00f9cda3-075e-44e5-aa0b-aba3add6539f::" providerId="AD" clId="Web-{F220E507-B36C-AF17-657F-3E8C7656D274}" dt="2025-09-21T14:09:08.044" v="12"/>
          <ac:picMkLst>
            <pc:docMk/>
            <pc:sldMk cId="0" sldId="258"/>
            <ac:picMk id="21" creationId="{EB192090-C4E4-8CAB-DD7D-83508475E8DA}"/>
          </ac:picMkLst>
        </pc:picChg>
      </pc:sldChg>
      <pc:sldChg chg="addSp delSp">
        <pc:chgData name="Guest User" userId="S::urn:spo:tenantanon#00f9cda3-075e-44e5-aa0b-aba3add6539f::" providerId="AD" clId="Web-{F220E507-B36C-AF17-657F-3E8C7656D274}" dt="2025-09-21T14:09:13.185" v="15"/>
        <pc:sldMkLst>
          <pc:docMk/>
          <pc:sldMk cId="0" sldId="259"/>
        </pc:sldMkLst>
        <pc:spChg chg="add">
          <ac:chgData name="Guest User" userId="S::urn:spo:tenantanon#00f9cda3-075e-44e5-aa0b-aba3add6539f::" providerId="AD" clId="Web-{F220E507-B36C-AF17-657F-3E8C7656D274}" dt="2025-09-21T14:09:13.185" v="15"/>
          <ac:spMkLst>
            <pc:docMk/>
            <pc:sldMk cId="0" sldId="259"/>
            <ac:spMk id="12" creationId="{31C987D1-627A-68B8-94D4-C782AF557F20}"/>
          </ac:spMkLst>
        </pc:spChg>
        <pc:picChg chg="del">
          <ac:chgData name="Guest User" userId="S::urn:spo:tenantanon#00f9cda3-075e-44e5-aa0b-aba3add6539f::" providerId="AD" clId="Web-{F220E507-B36C-AF17-657F-3E8C7656D274}" dt="2025-09-21T14:09:12.388" v="14"/>
          <ac:picMkLst>
            <pc:docMk/>
            <pc:sldMk cId="0" sldId="259"/>
            <ac:picMk id="11" creationId="{BA5F26FD-8628-18A3-D3DD-09E5DC82B321}"/>
          </ac:picMkLst>
        </pc:picChg>
      </pc:sldChg>
      <pc:sldChg chg="addSp">
        <pc:chgData name="Guest User" userId="S::urn:spo:tenantanon#00f9cda3-075e-44e5-aa0b-aba3add6539f::" providerId="AD" clId="Web-{F220E507-B36C-AF17-657F-3E8C7656D274}" dt="2025-09-21T14:09:41.279" v="16"/>
        <pc:sldMkLst>
          <pc:docMk/>
          <pc:sldMk cId="0" sldId="260"/>
        </pc:sldMkLst>
        <pc:spChg chg="add">
          <ac:chgData name="Guest User" userId="S::urn:spo:tenantanon#00f9cda3-075e-44e5-aa0b-aba3add6539f::" providerId="AD" clId="Web-{F220E507-B36C-AF17-657F-3E8C7656D274}" dt="2025-09-21T14:09:41.279" v="16"/>
          <ac:spMkLst>
            <pc:docMk/>
            <pc:sldMk cId="0" sldId="260"/>
            <ac:spMk id="9" creationId="{2D00B93B-7949-8024-F6CA-3AAD734AC22C}"/>
          </ac:spMkLst>
        </pc:spChg>
      </pc:sldChg>
      <pc:sldChg chg="addSp ord">
        <pc:chgData name="Guest User" userId="S::urn:spo:tenantanon#00f9cda3-075e-44e5-aa0b-aba3add6539f::" providerId="AD" clId="Web-{F220E507-B36C-AF17-657F-3E8C7656D274}" dt="2025-09-21T14:26:28.954" v="40"/>
        <pc:sldMkLst>
          <pc:docMk/>
          <pc:sldMk cId="0" sldId="261"/>
        </pc:sldMkLst>
        <pc:spChg chg="add">
          <ac:chgData name="Guest User" userId="S::urn:spo:tenantanon#00f9cda3-075e-44e5-aa0b-aba3add6539f::" providerId="AD" clId="Web-{F220E507-B36C-AF17-657F-3E8C7656D274}" dt="2025-09-21T14:09:46.810" v="18"/>
          <ac:spMkLst>
            <pc:docMk/>
            <pc:sldMk cId="0" sldId="261"/>
            <ac:spMk id="11" creationId="{E84A7110-A27C-DF74-03EF-2CE314ECE80F}"/>
          </ac:spMkLst>
        </pc:spChg>
      </pc:sldChg>
      <pc:sldChg chg="addSp delSp">
        <pc:chgData name="Guest User" userId="S::urn:spo:tenantanon#00f9cda3-075e-44e5-aa0b-aba3add6539f::" providerId="AD" clId="Web-{F220E507-B36C-AF17-657F-3E8C7656D274}" dt="2025-09-21T14:09:51.232" v="20"/>
        <pc:sldMkLst>
          <pc:docMk/>
          <pc:sldMk cId="0" sldId="262"/>
        </pc:sldMkLst>
        <pc:spChg chg="add">
          <ac:chgData name="Guest User" userId="S::urn:spo:tenantanon#00f9cda3-075e-44e5-aa0b-aba3add6539f::" providerId="AD" clId="Web-{F220E507-B36C-AF17-657F-3E8C7656D274}" dt="2025-09-21T14:09:51.232" v="20"/>
          <ac:spMkLst>
            <pc:docMk/>
            <pc:sldMk cId="0" sldId="262"/>
            <ac:spMk id="19" creationId="{0E1EA3AF-0553-DC82-0C24-D5E94DA85A21}"/>
          </ac:spMkLst>
        </pc:spChg>
        <pc:picChg chg="del">
          <ac:chgData name="Guest User" userId="S::urn:spo:tenantanon#00f9cda3-075e-44e5-aa0b-aba3add6539f::" providerId="AD" clId="Web-{F220E507-B36C-AF17-657F-3E8C7656D274}" dt="2025-09-21T14:09:50.326" v="19"/>
          <ac:picMkLst>
            <pc:docMk/>
            <pc:sldMk cId="0" sldId="262"/>
            <ac:picMk id="18" creationId="{99B49D2F-D1F6-BE4C-BAD7-4C31F194DC00}"/>
          </ac:picMkLst>
        </pc:picChg>
      </pc:sldChg>
      <pc:sldChg chg="addSp del">
        <pc:chgData name="Guest User" userId="S::urn:spo:tenantanon#00f9cda3-075e-44e5-aa0b-aba3add6539f::" providerId="AD" clId="Web-{F220E507-B36C-AF17-657F-3E8C7656D274}" dt="2025-09-21T16:40:48.012" v="41"/>
        <pc:sldMkLst>
          <pc:docMk/>
          <pc:sldMk cId="0" sldId="263"/>
        </pc:sldMkLst>
        <pc:spChg chg="add">
          <ac:chgData name="Guest User" userId="S::urn:spo:tenantanon#00f9cda3-075e-44e5-aa0b-aba3add6539f::" providerId="AD" clId="Web-{F220E507-B36C-AF17-657F-3E8C7656D274}" dt="2025-09-21T14:09:55.748" v="21"/>
          <ac:spMkLst>
            <pc:docMk/>
            <pc:sldMk cId="0" sldId="263"/>
            <ac:spMk id="13" creationId="{4C3F2441-2555-1C97-8766-AC3FADCD1001}"/>
          </ac:spMkLst>
        </pc:spChg>
      </pc:sldChg>
      <pc:sldChg chg="addSp delSp modSp">
        <pc:chgData name="Guest User" userId="S::urn:spo:tenantanon#00f9cda3-075e-44e5-aa0b-aba3add6539f::" providerId="AD" clId="Web-{F220E507-B36C-AF17-657F-3E8C7656D274}" dt="2025-09-21T16:49:18.688" v="129" actId="1076"/>
        <pc:sldMkLst>
          <pc:docMk/>
          <pc:sldMk cId="0" sldId="264"/>
        </pc:sldMkLst>
        <pc:spChg chg="mod">
          <ac:chgData name="Guest User" userId="S::urn:spo:tenantanon#00f9cda3-075e-44e5-aa0b-aba3add6539f::" providerId="AD" clId="Web-{F220E507-B36C-AF17-657F-3E8C7656D274}" dt="2025-09-21T16:45:11.015" v="86" actId="1076"/>
          <ac:spMkLst>
            <pc:docMk/>
            <pc:sldMk cId="0" sldId="264"/>
            <ac:spMk id="2" creationId="{00000000-0000-0000-0000-000000000000}"/>
          </ac:spMkLst>
        </pc:spChg>
        <pc:spChg chg="del">
          <ac:chgData name="Guest User" userId="S::urn:spo:tenantanon#00f9cda3-075e-44e5-aa0b-aba3add6539f::" providerId="AD" clId="Web-{F220E507-B36C-AF17-657F-3E8C7656D274}" dt="2025-09-21T16:41:06.622" v="42"/>
          <ac:spMkLst>
            <pc:docMk/>
            <pc:sldMk cId="0" sldId="264"/>
            <ac:spMk id="3" creationId="{00000000-0000-0000-0000-000000000000}"/>
          </ac:spMkLst>
        </pc:spChg>
        <pc:spChg chg="add">
          <ac:chgData name="Guest User" userId="S::urn:spo:tenantanon#00f9cda3-075e-44e5-aa0b-aba3add6539f::" providerId="AD" clId="Web-{F220E507-B36C-AF17-657F-3E8C7656D274}" dt="2025-09-21T14:10:01.529" v="24"/>
          <ac:spMkLst>
            <pc:docMk/>
            <pc:sldMk cId="0" sldId="264"/>
            <ac:spMk id="12" creationId="{EB1F3CFB-8776-5CD2-653B-44101841636D}"/>
          </ac:spMkLst>
        </pc:spChg>
        <pc:picChg chg="del">
          <ac:chgData name="Guest User" userId="S::urn:spo:tenantanon#00f9cda3-075e-44e5-aa0b-aba3add6539f::" providerId="AD" clId="Web-{F220E507-B36C-AF17-657F-3E8C7656D274}" dt="2025-09-21T14:10:00.748" v="23"/>
          <ac:picMkLst>
            <pc:docMk/>
            <pc:sldMk cId="0" sldId="264"/>
            <ac:picMk id="4" creationId="{00000000-0000-0000-0000-000000000000}"/>
          </ac:picMkLst>
        </pc:picChg>
        <pc:picChg chg="add mod">
          <ac:chgData name="Guest User" userId="S::urn:spo:tenantanon#00f9cda3-075e-44e5-aa0b-aba3add6539f::" providerId="AD" clId="Web-{F220E507-B36C-AF17-657F-3E8C7656D274}" dt="2025-09-21T16:49:13.063" v="127" actId="1076"/>
          <ac:picMkLst>
            <pc:docMk/>
            <pc:sldMk cId="0" sldId="264"/>
            <ac:picMk id="4" creationId="{98993A9D-D1DB-AB2B-A106-5B8303B2C022}"/>
          </ac:picMkLst>
        </pc:picChg>
        <pc:picChg chg="del">
          <ac:chgData name="Guest User" userId="S::urn:spo:tenantanon#00f9cda3-075e-44e5-aa0b-aba3add6539f::" providerId="AD" clId="Web-{F220E507-B36C-AF17-657F-3E8C7656D274}" dt="2025-09-21T14:09:59.279" v="22"/>
          <ac:picMkLst>
            <pc:docMk/>
            <pc:sldMk cId="0" sldId="264"/>
            <ac:picMk id="7" creationId="{00000000-0000-0000-0000-000000000000}"/>
          </ac:picMkLst>
        </pc:picChg>
        <pc:picChg chg="add mod">
          <ac:chgData name="Guest User" userId="S::urn:spo:tenantanon#00f9cda3-075e-44e5-aa0b-aba3add6539f::" providerId="AD" clId="Web-{F220E507-B36C-AF17-657F-3E8C7656D274}" dt="2025-09-21T16:49:03.282" v="125" actId="1076"/>
          <ac:picMkLst>
            <pc:docMk/>
            <pc:sldMk cId="0" sldId="264"/>
            <ac:picMk id="7" creationId="{27CEC3F5-7A2F-907D-842A-12850F2954A8}"/>
          </ac:picMkLst>
        </pc:picChg>
        <pc:picChg chg="add del mod">
          <ac:chgData name="Guest User" userId="S::urn:spo:tenantanon#00f9cda3-075e-44e5-aa0b-aba3add6539f::" providerId="AD" clId="Web-{F220E507-B36C-AF17-657F-3E8C7656D274}" dt="2025-09-21T16:47:36.422" v="106"/>
          <ac:picMkLst>
            <pc:docMk/>
            <pc:sldMk cId="0" sldId="264"/>
            <ac:picMk id="11" creationId="{C5D5A1C4-BFD6-3C80-9026-316C1FC55E35}"/>
          </ac:picMkLst>
        </pc:picChg>
        <pc:picChg chg="add mod">
          <ac:chgData name="Guest User" userId="S::urn:spo:tenantanon#00f9cda3-075e-44e5-aa0b-aba3add6539f::" providerId="AD" clId="Web-{F220E507-B36C-AF17-657F-3E8C7656D274}" dt="2025-09-21T16:49:15.329" v="128" actId="1076"/>
          <ac:picMkLst>
            <pc:docMk/>
            <pc:sldMk cId="0" sldId="264"/>
            <ac:picMk id="13" creationId="{4A1AC6FF-B261-4D37-CD39-2666612BEE11}"/>
          </ac:picMkLst>
        </pc:picChg>
        <pc:picChg chg="add mod">
          <ac:chgData name="Guest User" userId="S::urn:spo:tenantanon#00f9cda3-075e-44e5-aa0b-aba3add6539f::" providerId="AD" clId="Web-{F220E507-B36C-AF17-657F-3E8C7656D274}" dt="2025-09-21T16:49:18.688" v="129" actId="1076"/>
          <ac:picMkLst>
            <pc:docMk/>
            <pc:sldMk cId="0" sldId="264"/>
            <ac:picMk id="14" creationId="{2B62B3CC-9861-39DE-CDAE-E4E4DA8476DD}"/>
          </ac:picMkLst>
        </pc:picChg>
        <pc:picChg chg="add mod">
          <ac:chgData name="Guest User" userId="S::urn:spo:tenantanon#00f9cda3-075e-44e5-aa0b-aba3add6539f::" providerId="AD" clId="Web-{F220E507-B36C-AF17-657F-3E8C7656D274}" dt="2025-09-21T16:49:07.188" v="126" actId="1076"/>
          <ac:picMkLst>
            <pc:docMk/>
            <pc:sldMk cId="0" sldId="264"/>
            <ac:picMk id="15" creationId="{C0A22187-C7C0-711A-8D6D-8859B0C6CE9B}"/>
          </ac:picMkLst>
        </pc:picChg>
      </pc:sldChg>
      <pc:sldChg chg="addSp delSp">
        <pc:chgData name="Guest User" userId="S::urn:spo:tenantanon#00f9cda3-075e-44e5-aa0b-aba3add6539f::" providerId="AD" clId="Web-{F220E507-B36C-AF17-657F-3E8C7656D274}" dt="2025-09-21T14:10:05.982" v="26"/>
        <pc:sldMkLst>
          <pc:docMk/>
          <pc:sldMk cId="0" sldId="265"/>
        </pc:sldMkLst>
        <pc:spChg chg="add">
          <ac:chgData name="Guest User" userId="S::urn:spo:tenantanon#00f9cda3-075e-44e5-aa0b-aba3add6539f::" providerId="AD" clId="Web-{F220E507-B36C-AF17-657F-3E8C7656D274}" dt="2025-09-21T14:10:05.982" v="26"/>
          <ac:spMkLst>
            <pc:docMk/>
            <pc:sldMk cId="0" sldId="265"/>
            <ac:spMk id="18" creationId="{BB8377D2-35DB-3BD8-F681-8134291D0A40}"/>
          </ac:spMkLst>
        </pc:spChg>
        <pc:picChg chg="del">
          <ac:chgData name="Guest User" userId="S::urn:spo:tenantanon#00f9cda3-075e-44e5-aa0b-aba3add6539f::" providerId="AD" clId="Web-{F220E507-B36C-AF17-657F-3E8C7656D274}" dt="2025-09-21T14:10:05.029" v="25"/>
          <ac:picMkLst>
            <pc:docMk/>
            <pc:sldMk cId="0" sldId="265"/>
            <ac:picMk id="17" creationId="{122AE6EB-376D-B164-92C3-77ACD0C19731}"/>
          </ac:picMkLst>
        </pc:picChg>
      </pc:sldChg>
      <pc:sldChg chg="addSp">
        <pc:chgData name="Guest User" userId="S::urn:spo:tenantanon#00f9cda3-075e-44e5-aa0b-aba3add6539f::" providerId="AD" clId="Web-{F220E507-B36C-AF17-657F-3E8C7656D274}" dt="2025-09-21T14:09:44.201" v="17"/>
        <pc:sldMkLst>
          <pc:docMk/>
          <pc:sldMk cId="551201996" sldId="266"/>
        </pc:sldMkLst>
        <pc:spChg chg="add">
          <ac:chgData name="Guest User" userId="S::urn:spo:tenantanon#00f9cda3-075e-44e5-aa0b-aba3add6539f::" providerId="AD" clId="Web-{F220E507-B36C-AF17-657F-3E8C7656D274}" dt="2025-09-21T14:09:44.201" v="17"/>
          <ac:spMkLst>
            <pc:docMk/>
            <pc:sldMk cId="551201996" sldId="266"/>
            <ac:spMk id="5" creationId="{A97B78A2-750B-C636-4DE5-D14C26E7934F}"/>
          </ac:spMkLst>
        </pc:spChg>
      </pc:sldChg>
      <pc:sldChg chg="addSp delSp">
        <pc:chgData name="Guest User" userId="S::urn:spo:tenantanon#00f9cda3-075e-44e5-aa0b-aba3add6539f::" providerId="AD" clId="Web-{F220E507-B36C-AF17-657F-3E8C7656D274}" dt="2025-09-21T14:10:09.560" v="28"/>
        <pc:sldMkLst>
          <pc:docMk/>
          <pc:sldMk cId="4049139041" sldId="267"/>
        </pc:sldMkLst>
        <pc:spChg chg="add">
          <ac:chgData name="Guest User" userId="S::urn:spo:tenantanon#00f9cda3-075e-44e5-aa0b-aba3add6539f::" providerId="AD" clId="Web-{F220E507-B36C-AF17-657F-3E8C7656D274}" dt="2025-09-21T14:10:09.560" v="28"/>
          <ac:spMkLst>
            <pc:docMk/>
            <pc:sldMk cId="4049139041" sldId="267"/>
            <ac:spMk id="5" creationId="{0DBE68E6-9A27-7728-D634-742FD9597E93}"/>
          </ac:spMkLst>
        </pc:spChg>
        <pc:picChg chg="del">
          <ac:chgData name="Guest User" userId="S::urn:spo:tenantanon#00f9cda3-075e-44e5-aa0b-aba3add6539f::" providerId="AD" clId="Web-{F220E507-B36C-AF17-657F-3E8C7656D274}" dt="2025-09-21T14:10:08.748" v="27"/>
          <ac:picMkLst>
            <pc:docMk/>
            <pc:sldMk cId="4049139041" sldId="267"/>
            <ac:picMk id="4" creationId="{FAD64767-8A66-054B-2442-9A3C66E3B818}"/>
          </ac:picMkLst>
        </pc:picChg>
      </pc:sldChg>
    </pc:docChg>
  </pc:docChgLst>
  <pc:docChgLst>
    <pc:chgData name="R.V.KUSHAL - [CB.EN.U4CCE23065]" userId="S::cb.en.u4cce23065@cb.students.amrita.edu::e1a087de-05c3-4366-8430-c4744e76b0e3" providerId="AD" clId="Web-{CFBA0A4A-82A3-AD28-94F8-55CF1E88C6ED}"/>
    <pc:docChg chg="addSld delSld modSld">
      <pc:chgData name="R.V.KUSHAL - [CB.EN.U4CCE23065]" userId="S::cb.en.u4cce23065@cb.students.amrita.edu::e1a087de-05c3-4366-8430-c4744e76b0e3" providerId="AD" clId="Web-{CFBA0A4A-82A3-AD28-94F8-55CF1E88C6ED}" dt="2025-09-21T14:26:39.600" v="180"/>
      <pc:docMkLst>
        <pc:docMk/>
      </pc:docMkLst>
      <pc:sldChg chg="addSp delSp modSp">
        <pc:chgData name="R.V.KUSHAL - [CB.EN.U4CCE23065]" userId="S::cb.en.u4cce23065@cb.students.amrita.edu::e1a087de-05c3-4366-8430-c4744e76b0e3" providerId="AD" clId="Web-{CFBA0A4A-82A3-AD28-94F8-55CF1E88C6ED}" dt="2025-09-21T14:20:46.750" v="178"/>
        <pc:sldMkLst>
          <pc:docMk/>
          <pc:sldMk cId="0" sldId="256"/>
        </pc:sldMkLst>
        <pc:spChg chg="mod">
          <ac:chgData name="R.V.KUSHAL - [CB.EN.U4CCE23065]" userId="S::cb.en.u4cce23065@cb.students.amrita.edu::e1a087de-05c3-4366-8430-c4744e76b0e3" providerId="AD" clId="Web-{CFBA0A4A-82A3-AD28-94F8-55CF1E88C6ED}" dt="2025-09-21T13:59:17.861" v="0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R.V.KUSHAL - [CB.EN.U4CCE23065]" userId="S::cb.en.u4cce23065@cb.students.amrita.edu::e1a087de-05c3-4366-8430-c4744e76b0e3" providerId="AD" clId="Web-{CFBA0A4A-82A3-AD28-94F8-55CF1E88C6ED}" dt="2025-09-21T14:08:44.195" v="40" actId="14100"/>
          <ac:spMkLst>
            <pc:docMk/>
            <pc:sldMk cId="0" sldId="256"/>
            <ac:spMk id="6" creationId="{D82C85CF-A24E-E031-76B8-41008017D538}"/>
          </ac:spMkLst>
        </pc:spChg>
        <pc:spChg chg="add del">
          <ac:chgData name="R.V.KUSHAL - [CB.EN.U4CCE23065]" userId="S::cb.en.u4cce23065@cb.students.amrita.edu::e1a087de-05c3-4366-8430-c4744e76b0e3" providerId="AD" clId="Web-{CFBA0A4A-82A3-AD28-94F8-55CF1E88C6ED}" dt="2025-09-21T14:00:24.096" v="5"/>
          <ac:spMkLst>
            <pc:docMk/>
            <pc:sldMk cId="0" sldId="256"/>
            <ac:spMk id="7" creationId="{0B558EF7-753B-1FC6-9FC8-F3E07DD0D48A}"/>
          </ac:spMkLst>
        </pc:spChg>
        <pc:spChg chg="add del mod">
          <ac:chgData name="R.V.KUSHAL - [CB.EN.U4CCE23065]" userId="S::cb.en.u4cce23065@cb.students.amrita.edu::e1a087de-05c3-4366-8430-c4744e76b0e3" providerId="AD" clId="Web-{CFBA0A4A-82A3-AD28-94F8-55CF1E88C6ED}" dt="2025-09-21T14:01:06.627" v="11"/>
          <ac:spMkLst>
            <pc:docMk/>
            <pc:sldMk cId="0" sldId="256"/>
            <ac:spMk id="8" creationId="{843C201E-F894-733C-8E86-C5B028DB76A7}"/>
          </ac:spMkLst>
        </pc:spChg>
        <pc:spChg chg="add del mod">
          <ac:chgData name="R.V.KUSHAL - [CB.EN.U4CCE23065]" userId="S::cb.en.u4cce23065@cb.students.amrita.edu::e1a087de-05c3-4366-8430-c4744e76b0e3" providerId="AD" clId="Web-{CFBA0A4A-82A3-AD28-94F8-55CF1E88C6ED}" dt="2025-09-21T14:02:03.112" v="14"/>
          <ac:spMkLst>
            <pc:docMk/>
            <pc:sldMk cId="0" sldId="256"/>
            <ac:spMk id="9" creationId="{3FFDF598-F153-DD5E-7C08-938E6276BDF5}"/>
          </ac:spMkLst>
        </pc:spChg>
        <pc:spChg chg="add del mod">
          <ac:chgData name="R.V.KUSHAL - [CB.EN.U4CCE23065]" userId="S::cb.en.u4cce23065@cb.students.amrita.edu::e1a087de-05c3-4366-8430-c4744e76b0e3" providerId="AD" clId="Web-{CFBA0A4A-82A3-AD28-94F8-55CF1E88C6ED}" dt="2025-09-21T14:03:28.144" v="17"/>
          <ac:spMkLst>
            <pc:docMk/>
            <pc:sldMk cId="0" sldId="256"/>
            <ac:spMk id="10" creationId="{52DAB037-F970-31CC-EB01-CFF1D0383DB8}"/>
          </ac:spMkLst>
        </pc:spChg>
        <pc:picChg chg="add del mod">
          <ac:chgData name="R.V.KUSHAL - [CB.EN.U4CCE23065]" userId="S::cb.en.u4cce23065@cb.students.amrita.edu::e1a087de-05c3-4366-8430-c4744e76b0e3" providerId="AD" clId="Web-{CFBA0A4A-82A3-AD28-94F8-55CF1E88C6ED}" dt="2025-09-21T14:00:00.705" v="3"/>
          <ac:picMkLst>
            <pc:docMk/>
            <pc:sldMk cId="0" sldId="256"/>
            <ac:picMk id="6" creationId="{4D841984-C429-B164-52D6-4C7AC120BFB3}"/>
          </ac:picMkLst>
        </pc:picChg>
        <pc:picChg chg="add del mod">
          <ac:chgData name="R.V.KUSHAL - [CB.EN.U4CCE23065]" userId="S::cb.en.u4cce23065@cb.students.amrita.edu::e1a087de-05c3-4366-8430-c4744e76b0e3" providerId="AD" clId="Web-{CFBA0A4A-82A3-AD28-94F8-55CF1E88C6ED}" dt="2025-09-21T14:20:46.750" v="178"/>
          <ac:picMkLst>
            <pc:docMk/>
            <pc:sldMk cId="0" sldId="256"/>
            <ac:picMk id="11" creationId="{2C44212E-86C3-FBA5-46AF-FF608AF37848}"/>
          </ac:picMkLst>
        </pc:picChg>
      </pc:sldChg>
      <pc:sldChg chg="del">
        <pc:chgData name="R.V.KUSHAL - [CB.EN.U4CCE23065]" userId="S::cb.en.u4cce23065@cb.students.amrita.edu::e1a087de-05c3-4366-8430-c4744e76b0e3" providerId="AD" clId="Web-{CFBA0A4A-82A3-AD28-94F8-55CF1E88C6ED}" dt="2025-09-21T14:24:01.283" v="179"/>
        <pc:sldMkLst>
          <pc:docMk/>
          <pc:sldMk cId="0" sldId="257"/>
        </pc:sldMkLst>
      </pc:sldChg>
      <pc:sldChg chg="addSp delSp modSp">
        <pc:chgData name="R.V.KUSHAL - [CB.EN.U4CCE23065]" userId="S::cb.en.u4cce23065@cb.students.amrita.edu::e1a087de-05c3-4366-8430-c4744e76b0e3" providerId="AD" clId="Web-{CFBA0A4A-82A3-AD28-94F8-55CF1E88C6ED}" dt="2025-09-21T14:04:44.738" v="25"/>
        <pc:sldMkLst>
          <pc:docMk/>
          <pc:sldMk cId="0" sldId="258"/>
        </pc:sldMkLst>
        <pc:picChg chg="add del mod">
          <ac:chgData name="R.V.KUSHAL - [CB.EN.U4CCE23065]" userId="S::cb.en.u4cce23065@cb.students.amrita.edu::e1a087de-05c3-4366-8430-c4744e76b0e3" providerId="AD" clId="Web-{CFBA0A4A-82A3-AD28-94F8-55CF1E88C6ED}" dt="2025-09-21T14:04:36.691" v="24"/>
          <ac:picMkLst>
            <pc:docMk/>
            <pc:sldMk cId="0" sldId="258"/>
            <ac:picMk id="19" creationId="{7278E0A3-3823-E73E-903C-46A094A4992E}"/>
          </ac:picMkLst>
        </pc:picChg>
        <pc:picChg chg="add">
          <ac:chgData name="R.V.KUSHAL - [CB.EN.U4CCE23065]" userId="S::cb.en.u4cce23065@cb.students.amrita.edu::e1a087de-05c3-4366-8430-c4744e76b0e3" providerId="AD" clId="Web-{CFBA0A4A-82A3-AD28-94F8-55CF1E88C6ED}" dt="2025-09-21T14:04:44.738" v="25"/>
          <ac:picMkLst>
            <pc:docMk/>
            <pc:sldMk cId="0" sldId="258"/>
            <ac:picMk id="21" creationId="{EB192090-C4E4-8CAB-DD7D-83508475E8DA}"/>
          </ac:picMkLst>
        </pc:picChg>
      </pc:sldChg>
      <pc:sldChg chg="addSp">
        <pc:chgData name="R.V.KUSHAL - [CB.EN.U4CCE23065]" userId="S::cb.en.u4cce23065@cb.students.amrita.edu::e1a087de-05c3-4366-8430-c4744e76b0e3" providerId="AD" clId="Web-{CFBA0A4A-82A3-AD28-94F8-55CF1E88C6ED}" dt="2025-09-21T14:04:52.253" v="26"/>
        <pc:sldMkLst>
          <pc:docMk/>
          <pc:sldMk cId="0" sldId="259"/>
        </pc:sldMkLst>
        <pc:picChg chg="add">
          <ac:chgData name="R.V.KUSHAL - [CB.EN.U4CCE23065]" userId="S::cb.en.u4cce23065@cb.students.amrita.edu::e1a087de-05c3-4366-8430-c4744e76b0e3" providerId="AD" clId="Web-{CFBA0A4A-82A3-AD28-94F8-55CF1E88C6ED}" dt="2025-09-21T14:04:52.253" v="26"/>
          <ac:picMkLst>
            <pc:docMk/>
            <pc:sldMk cId="0" sldId="259"/>
            <ac:picMk id="11" creationId="{BA5F26FD-8628-18A3-D3DD-09E5DC82B321}"/>
          </ac:picMkLst>
        </pc:picChg>
      </pc:sldChg>
      <pc:sldChg chg="addSp delSp">
        <pc:chgData name="R.V.KUSHAL - [CB.EN.U4CCE23065]" userId="S::cb.en.u4cce23065@cb.students.amrita.edu::e1a087de-05c3-4366-8430-c4744e76b0e3" providerId="AD" clId="Web-{CFBA0A4A-82A3-AD28-94F8-55CF1E88C6ED}" dt="2025-09-21T14:09:28.165" v="41"/>
        <pc:sldMkLst>
          <pc:docMk/>
          <pc:sldMk cId="0" sldId="260"/>
        </pc:sldMkLst>
        <pc:picChg chg="add del">
          <ac:chgData name="R.V.KUSHAL - [CB.EN.U4CCE23065]" userId="S::cb.en.u4cce23065@cb.students.amrita.edu::e1a087de-05c3-4366-8430-c4744e76b0e3" providerId="AD" clId="Web-{CFBA0A4A-82A3-AD28-94F8-55CF1E88C6ED}" dt="2025-09-21T14:09:28.165" v="41"/>
          <ac:picMkLst>
            <pc:docMk/>
            <pc:sldMk cId="0" sldId="260"/>
            <ac:picMk id="7" creationId="{D204A429-C153-22EB-105B-C7EB2538C8C4}"/>
          </ac:picMkLst>
        </pc:picChg>
      </pc:sldChg>
      <pc:sldChg chg="addSp delSp modSp">
        <pc:chgData name="R.V.KUSHAL - [CB.EN.U4CCE23065]" userId="S::cb.en.u4cce23065@cb.students.amrita.edu::e1a087de-05c3-4366-8430-c4744e76b0e3" providerId="AD" clId="Web-{CFBA0A4A-82A3-AD28-94F8-55CF1E88C6ED}" dt="2025-09-21T14:19:28.375" v="167" actId="20577"/>
        <pc:sldMkLst>
          <pc:docMk/>
          <pc:sldMk cId="0" sldId="261"/>
        </pc:sldMkLst>
        <pc:spChg chg="mod">
          <ac:chgData name="R.V.KUSHAL - [CB.EN.U4CCE23065]" userId="S::cb.en.u4cce23065@cb.students.amrita.edu::e1a087de-05c3-4366-8430-c4744e76b0e3" providerId="AD" clId="Web-{CFBA0A4A-82A3-AD28-94F8-55CF1E88C6ED}" dt="2025-09-21T14:19:28.375" v="167" actId="20577"/>
          <ac:spMkLst>
            <pc:docMk/>
            <pc:sldMk cId="0" sldId="261"/>
            <ac:spMk id="2" creationId="{00000000-0000-0000-0000-000000000000}"/>
          </ac:spMkLst>
        </pc:spChg>
        <pc:spChg chg="del">
          <ac:chgData name="R.V.KUSHAL - [CB.EN.U4CCE23065]" userId="S::cb.en.u4cce23065@cb.students.amrita.edu::e1a087de-05c3-4366-8430-c4744e76b0e3" providerId="AD" clId="Web-{CFBA0A4A-82A3-AD28-94F8-55CF1E88C6ED}" dt="2025-09-21T14:15:47.717" v="60"/>
          <ac:spMkLst>
            <pc:docMk/>
            <pc:sldMk cId="0" sldId="261"/>
            <ac:spMk id="3" creationId="{00000000-0000-0000-0000-000000000000}"/>
          </ac:spMkLst>
        </pc:spChg>
        <pc:spChg chg="del">
          <ac:chgData name="R.V.KUSHAL - [CB.EN.U4CCE23065]" userId="S::cb.en.u4cce23065@cb.students.amrita.edu::e1a087de-05c3-4366-8430-c4744e76b0e3" providerId="AD" clId="Web-{CFBA0A4A-82A3-AD28-94F8-55CF1E88C6ED}" dt="2025-09-21T14:14:52.904" v="52"/>
          <ac:spMkLst>
            <pc:docMk/>
            <pc:sldMk cId="0" sldId="261"/>
            <ac:spMk id="5" creationId="{00000000-0000-0000-0000-000000000000}"/>
          </ac:spMkLst>
        </pc:spChg>
        <pc:spChg chg="del">
          <ac:chgData name="R.V.KUSHAL - [CB.EN.U4CCE23065]" userId="S::cb.en.u4cce23065@cb.students.amrita.edu::e1a087de-05c3-4366-8430-c4744e76b0e3" providerId="AD" clId="Web-{CFBA0A4A-82A3-AD28-94F8-55CF1E88C6ED}" dt="2025-09-21T14:14:42.139" v="51"/>
          <ac:spMkLst>
            <pc:docMk/>
            <pc:sldMk cId="0" sldId="261"/>
            <ac:spMk id="6" creationId="{00000000-0000-0000-0000-000000000000}"/>
          </ac:spMkLst>
        </pc:spChg>
        <pc:spChg chg="del mod">
          <ac:chgData name="R.V.KUSHAL - [CB.EN.U4CCE23065]" userId="S::cb.en.u4cce23065@cb.students.amrita.edu::e1a087de-05c3-4366-8430-c4744e76b0e3" providerId="AD" clId="Web-{CFBA0A4A-82A3-AD28-94F8-55CF1E88C6ED}" dt="2025-09-21T14:14:34.654" v="50"/>
          <ac:spMkLst>
            <pc:docMk/>
            <pc:sldMk cId="0" sldId="261"/>
            <ac:spMk id="8" creationId="{00000000-0000-0000-0000-000000000000}"/>
          </ac:spMkLst>
        </pc:spChg>
        <pc:spChg chg="del mod">
          <ac:chgData name="R.V.KUSHAL - [CB.EN.U4CCE23065]" userId="S::cb.en.u4cce23065@cb.students.amrita.edu::e1a087de-05c3-4366-8430-c4744e76b0e3" providerId="AD" clId="Web-{CFBA0A4A-82A3-AD28-94F8-55CF1E88C6ED}" dt="2025-09-21T14:14:30.123" v="49"/>
          <ac:spMkLst>
            <pc:docMk/>
            <pc:sldMk cId="0" sldId="261"/>
            <ac:spMk id="9" creationId="{00000000-0000-0000-0000-000000000000}"/>
          </ac:spMkLst>
        </pc:spChg>
        <pc:picChg chg="add del">
          <ac:chgData name="R.V.KUSHAL - [CB.EN.U4CCE23065]" userId="S::cb.en.u4cce23065@cb.students.amrita.edu::e1a087de-05c3-4366-8430-c4744e76b0e3" providerId="AD" clId="Web-{CFBA0A4A-82A3-AD28-94F8-55CF1E88C6ED}" dt="2025-09-21T14:09:43.775" v="43"/>
          <ac:picMkLst>
            <pc:docMk/>
            <pc:sldMk cId="0" sldId="261"/>
            <ac:picMk id="7" creationId="{0F7B941E-CDC9-8D66-AB84-48DB11662D77}"/>
          </ac:picMkLst>
        </pc:picChg>
        <pc:picChg chg="del">
          <ac:chgData name="R.V.KUSHAL - [CB.EN.U4CCE23065]" userId="S::cb.en.u4cce23065@cb.students.amrita.edu::e1a087de-05c3-4366-8430-c4744e76b0e3" providerId="AD" clId="Web-{CFBA0A4A-82A3-AD28-94F8-55CF1E88C6ED}" dt="2025-09-21T14:14:03.826" v="46"/>
          <ac:picMkLst>
            <pc:docMk/>
            <pc:sldMk cId="0" sldId="261"/>
            <ac:picMk id="10" creationId="{7185370B-1276-017B-E7F2-E8DFB00A330E}"/>
          </ac:picMkLst>
        </pc:picChg>
        <pc:picChg chg="add del mod">
          <ac:chgData name="R.V.KUSHAL - [CB.EN.U4CCE23065]" userId="S::cb.en.u4cce23065@cb.students.amrita.edu::e1a087de-05c3-4366-8430-c4744e76b0e3" providerId="AD" clId="Web-{CFBA0A4A-82A3-AD28-94F8-55CF1E88C6ED}" dt="2025-09-21T14:15:17.952" v="56"/>
          <ac:picMkLst>
            <pc:docMk/>
            <pc:sldMk cId="0" sldId="261"/>
            <ac:picMk id="12" creationId="{968B512D-8959-2612-FC6A-F40CBEFCA8F1}"/>
          </ac:picMkLst>
        </pc:picChg>
        <pc:picChg chg="add mod">
          <ac:chgData name="R.V.KUSHAL - [CB.EN.U4CCE23065]" userId="S::cb.en.u4cce23065@cb.students.amrita.edu::e1a087de-05c3-4366-8430-c4744e76b0e3" providerId="AD" clId="Web-{CFBA0A4A-82A3-AD28-94F8-55CF1E88C6ED}" dt="2025-09-21T14:15:52.342" v="61" actId="1076"/>
          <ac:picMkLst>
            <pc:docMk/>
            <pc:sldMk cId="0" sldId="261"/>
            <ac:picMk id="13" creationId="{C9B16334-1D81-DC33-9AC7-B9F612996DB6}"/>
          </ac:picMkLst>
        </pc:picChg>
      </pc:sldChg>
      <pc:sldChg chg="addSp delSp del">
        <pc:chgData name="R.V.KUSHAL - [CB.EN.U4CCE23065]" userId="S::cb.en.u4cce23065@cb.students.amrita.edu::e1a087de-05c3-4366-8430-c4744e76b0e3" providerId="AD" clId="Web-{CFBA0A4A-82A3-AD28-94F8-55CF1E88C6ED}" dt="2025-09-21T14:26:39.600" v="180"/>
        <pc:sldMkLst>
          <pc:docMk/>
          <pc:sldMk cId="0" sldId="262"/>
        </pc:sldMkLst>
        <pc:picChg chg="add del">
          <ac:chgData name="R.V.KUSHAL - [CB.EN.U4CCE23065]" userId="S::cb.en.u4cce23065@cb.students.amrita.edu::e1a087de-05c3-4366-8430-c4744e76b0e3" providerId="AD" clId="Web-{CFBA0A4A-82A3-AD28-94F8-55CF1E88C6ED}" dt="2025-09-21T14:09:50.681" v="44"/>
          <ac:picMkLst>
            <pc:docMk/>
            <pc:sldMk cId="0" sldId="262"/>
            <ac:picMk id="18" creationId="{99B49D2F-D1F6-BE4C-BAD7-4C31F194DC00}"/>
          </ac:picMkLst>
        </pc:picChg>
      </pc:sldChg>
      <pc:sldChg chg="addSp delSp">
        <pc:chgData name="R.V.KUSHAL - [CB.EN.U4CCE23065]" userId="S::cb.en.u4cce23065@cb.students.amrita.edu::e1a087de-05c3-4366-8430-c4744e76b0e3" providerId="AD" clId="Web-{CFBA0A4A-82A3-AD28-94F8-55CF1E88C6ED}" dt="2025-09-21T14:09:52.697" v="45"/>
        <pc:sldMkLst>
          <pc:docMk/>
          <pc:sldMk cId="0" sldId="263"/>
        </pc:sldMkLst>
        <pc:picChg chg="add del">
          <ac:chgData name="R.V.KUSHAL - [CB.EN.U4CCE23065]" userId="S::cb.en.u4cce23065@cb.students.amrita.edu::e1a087de-05c3-4366-8430-c4744e76b0e3" providerId="AD" clId="Web-{CFBA0A4A-82A3-AD28-94F8-55CF1E88C6ED}" dt="2025-09-21T14:09:52.697" v="45"/>
          <ac:picMkLst>
            <pc:docMk/>
            <pc:sldMk cId="0" sldId="263"/>
            <ac:picMk id="12" creationId="{F77E20C8-134D-02BE-C361-D0D9282098B2}"/>
          </ac:picMkLst>
        </pc:picChg>
      </pc:sldChg>
      <pc:sldChg chg="addSp">
        <pc:chgData name="R.V.KUSHAL - [CB.EN.U4CCE23065]" userId="S::cb.en.u4cce23065@cb.students.amrita.edu::e1a087de-05c3-4366-8430-c4744e76b0e3" providerId="AD" clId="Web-{CFBA0A4A-82A3-AD28-94F8-55CF1E88C6ED}" dt="2025-09-21T14:06:45.285" v="38"/>
        <pc:sldMkLst>
          <pc:docMk/>
          <pc:sldMk cId="0" sldId="265"/>
        </pc:sldMkLst>
        <pc:picChg chg="add">
          <ac:chgData name="R.V.KUSHAL - [CB.EN.U4CCE23065]" userId="S::cb.en.u4cce23065@cb.students.amrita.edu::e1a087de-05c3-4366-8430-c4744e76b0e3" providerId="AD" clId="Web-{CFBA0A4A-82A3-AD28-94F8-55CF1E88C6ED}" dt="2025-09-21T14:06:45.285" v="38"/>
          <ac:picMkLst>
            <pc:docMk/>
            <pc:sldMk cId="0" sldId="265"/>
            <ac:picMk id="17" creationId="{122AE6EB-376D-B164-92C3-77ACD0C19731}"/>
          </ac:picMkLst>
        </pc:picChg>
      </pc:sldChg>
      <pc:sldChg chg="addSp delSp modSp">
        <pc:chgData name="R.V.KUSHAL - [CB.EN.U4CCE23065]" userId="S::cb.en.u4cce23065@cb.students.amrita.edu::e1a087de-05c3-4366-8430-c4744e76b0e3" providerId="AD" clId="Web-{CFBA0A4A-82A3-AD28-94F8-55CF1E88C6ED}" dt="2025-09-21T14:20:30.563" v="177" actId="20577"/>
        <pc:sldMkLst>
          <pc:docMk/>
          <pc:sldMk cId="551201996" sldId="266"/>
        </pc:sldMkLst>
        <pc:spChg chg="mod">
          <ac:chgData name="R.V.KUSHAL - [CB.EN.U4CCE23065]" userId="S::cb.en.u4cce23065@cb.students.amrita.edu::e1a087de-05c3-4366-8430-c4744e76b0e3" providerId="AD" clId="Web-{CFBA0A4A-82A3-AD28-94F8-55CF1E88C6ED}" dt="2025-09-21T14:20:06.953" v="172" actId="20577"/>
          <ac:spMkLst>
            <pc:docMk/>
            <pc:sldMk cId="551201996" sldId="266"/>
            <ac:spMk id="53" creationId="{D1B76B34-3AC2-9364-B966-B42644D0D352}"/>
          </ac:spMkLst>
        </pc:spChg>
        <pc:spChg chg="mod">
          <ac:chgData name="R.V.KUSHAL - [CB.EN.U4CCE23065]" userId="S::cb.en.u4cce23065@cb.students.amrita.edu::e1a087de-05c3-4366-8430-c4744e76b0e3" providerId="AD" clId="Web-{CFBA0A4A-82A3-AD28-94F8-55CF1E88C6ED}" dt="2025-09-21T14:20:30.563" v="177" actId="20577"/>
          <ac:spMkLst>
            <pc:docMk/>
            <pc:sldMk cId="551201996" sldId="266"/>
            <ac:spMk id="54" creationId="{2018336F-DBEB-83E2-6836-BC50842BD43E}"/>
          </ac:spMkLst>
        </pc:spChg>
        <pc:picChg chg="add del">
          <ac:chgData name="R.V.KUSHAL - [CB.EN.U4CCE23065]" userId="S::cb.en.u4cce23065@cb.students.amrita.edu::e1a087de-05c3-4366-8430-c4744e76b0e3" providerId="AD" clId="Web-{CFBA0A4A-82A3-AD28-94F8-55CF1E88C6ED}" dt="2025-09-21T14:09:31.868" v="42"/>
          <ac:picMkLst>
            <pc:docMk/>
            <pc:sldMk cId="551201996" sldId="266"/>
            <ac:picMk id="4" creationId="{951FBF3E-D622-1BD1-57E3-181DA00CF978}"/>
          </ac:picMkLst>
        </pc:picChg>
      </pc:sldChg>
      <pc:sldChg chg="addSp">
        <pc:chgData name="R.V.KUSHAL - [CB.EN.U4CCE23065]" userId="S::cb.en.u4cce23065@cb.students.amrita.edu::e1a087de-05c3-4366-8430-c4744e76b0e3" providerId="AD" clId="Web-{CFBA0A4A-82A3-AD28-94F8-55CF1E88C6ED}" dt="2025-09-21T14:06:50.364" v="39"/>
        <pc:sldMkLst>
          <pc:docMk/>
          <pc:sldMk cId="4049139041" sldId="267"/>
        </pc:sldMkLst>
        <pc:picChg chg="add">
          <ac:chgData name="R.V.KUSHAL - [CB.EN.U4CCE23065]" userId="S::cb.en.u4cce23065@cb.students.amrita.edu::e1a087de-05c3-4366-8430-c4744e76b0e3" providerId="AD" clId="Web-{CFBA0A4A-82A3-AD28-94F8-55CF1E88C6ED}" dt="2025-09-21T14:06:50.364" v="39"/>
          <ac:picMkLst>
            <pc:docMk/>
            <pc:sldMk cId="4049139041" sldId="267"/>
            <ac:picMk id="4" creationId="{FAD64767-8A66-054B-2442-9A3C66E3B818}"/>
          </ac:picMkLst>
        </pc:picChg>
      </pc:sldChg>
      <pc:sldChg chg="add del replId">
        <pc:chgData name="R.V.KUSHAL - [CB.EN.U4CCE23065]" userId="S::cb.en.u4cce23065@cb.students.amrita.edu::e1a087de-05c3-4366-8430-c4744e76b0e3" providerId="AD" clId="Web-{CFBA0A4A-82A3-AD28-94F8-55CF1E88C6ED}" dt="2025-09-21T14:05:12.691" v="30"/>
        <pc:sldMkLst>
          <pc:docMk/>
          <pc:sldMk cId="3035138250" sldId="268"/>
        </pc:sldMkLst>
      </pc:sldChg>
      <pc:sldChg chg="add del replId">
        <pc:chgData name="R.V.KUSHAL - [CB.EN.U4CCE23065]" userId="S::cb.en.u4cce23065@cb.students.amrita.edu::e1a087de-05c3-4366-8430-c4744e76b0e3" providerId="AD" clId="Web-{CFBA0A4A-82A3-AD28-94F8-55CF1E88C6ED}" dt="2025-09-21T14:06:03.066" v="34"/>
        <pc:sldMkLst>
          <pc:docMk/>
          <pc:sldMk cId="3301426768" sldId="268"/>
        </pc:sldMkLst>
      </pc:sldChg>
      <pc:sldChg chg="add del replId">
        <pc:chgData name="R.V.KUSHAL - [CB.EN.U4CCE23065]" userId="S::cb.en.u4cce23065@cb.students.amrita.edu::e1a087de-05c3-4366-8430-c4744e76b0e3" providerId="AD" clId="Web-{CFBA0A4A-82A3-AD28-94F8-55CF1E88C6ED}" dt="2025-09-21T14:05:42.191" v="33"/>
        <pc:sldMkLst>
          <pc:docMk/>
          <pc:sldMk cId="3554309634" sldId="269"/>
        </pc:sldMkLst>
      </pc:sldChg>
    </pc:docChg>
  </pc:docChgLst>
  <pc:docChgLst>
    <pc:chgData name="Guest User" userId="S::urn:spo:tenantanon#00f9cda3-075e-44e5-aa0b-aba3add6539f::" providerId="AD" clId="Web-{267E20C9-675D-2AB4-ED44-C124FDE28CE9}"/>
    <pc:docChg chg="addSld modSld">
      <pc:chgData name="Guest User" userId="S::urn:spo:tenantanon#00f9cda3-075e-44e5-aa0b-aba3add6539f::" providerId="AD" clId="Web-{267E20C9-675D-2AB4-ED44-C124FDE28CE9}" dt="2025-09-21T17:37:47.082" v="361" actId="1076"/>
      <pc:docMkLst>
        <pc:docMk/>
      </pc:docMkLst>
      <pc:sldChg chg="delSp modSp">
        <pc:chgData name="Guest User" userId="S::urn:spo:tenantanon#00f9cda3-075e-44e5-aa0b-aba3add6539f::" providerId="AD" clId="Web-{267E20C9-675D-2AB4-ED44-C124FDE28CE9}" dt="2025-09-21T15:29:01.911" v="20" actId="20577"/>
        <pc:sldMkLst>
          <pc:docMk/>
          <pc:sldMk cId="0" sldId="260"/>
        </pc:sldMkLst>
        <pc:spChg chg="mod">
          <ac:chgData name="Guest User" userId="S::urn:spo:tenantanon#00f9cda3-075e-44e5-aa0b-aba3add6539f::" providerId="AD" clId="Web-{267E20C9-675D-2AB4-ED44-C124FDE28CE9}" dt="2025-09-21T15:29:01.911" v="20" actId="20577"/>
          <ac:spMkLst>
            <pc:docMk/>
            <pc:sldMk cId="0" sldId="260"/>
            <ac:spMk id="3" creationId="{00000000-0000-0000-0000-000000000000}"/>
          </ac:spMkLst>
        </pc:spChg>
        <pc:spChg chg="del">
          <ac:chgData name="Guest User" userId="S::urn:spo:tenantanon#00f9cda3-075e-44e5-aa0b-aba3add6539f::" providerId="AD" clId="Web-{267E20C9-675D-2AB4-ED44-C124FDE28CE9}" dt="2025-09-21T15:26:42.627" v="3"/>
          <ac:spMkLst>
            <pc:docMk/>
            <pc:sldMk cId="0" sldId="260"/>
            <ac:spMk id="4" creationId="{00000000-0000-0000-0000-000000000000}"/>
          </ac:spMkLst>
        </pc:spChg>
        <pc:spChg chg="mod">
          <ac:chgData name="Guest User" userId="S::urn:spo:tenantanon#00f9cda3-075e-44e5-aa0b-aba3add6539f::" providerId="AD" clId="Web-{267E20C9-675D-2AB4-ED44-C124FDE28CE9}" dt="2025-09-21T15:27:59.082" v="13" actId="20577"/>
          <ac:spMkLst>
            <pc:docMk/>
            <pc:sldMk cId="0" sldId="260"/>
            <ac:spMk id="6" creationId="{00000000-0000-0000-0000-000000000000}"/>
          </ac:spMkLst>
        </pc:spChg>
      </pc:sldChg>
      <pc:sldChg chg="delSp modSp">
        <pc:chgData name="Guest User" userId="S::urn:spo:tenantanon#00f9cda3-075e-44e5-aa0b-aba3add6539f::" providerId="AD" clId="Web-{267E20C9-675D-2AB4-ED44-C124FDE28CE9}" dt="2025-09-21T17:37:02.144" v="351" actId="20577"/>
        <pc:sldMkLst>
          <pc:docMk/>
          <pc:sldMk cId="0" sldId="265"/>
        </pc:sldMkLst>
        <pc:spChg chg="mod">
          <ac:chgData name="Guest User" userId="S::urn:spo:tenantanon#00f9cda3-075e-44e5-aa0b-aba3add6539f::" providerId="AD" clId="Web-{267E20C9-675D-2AB4-ED44-C124FDE28CE9}" dt="2025-09-21T17:30:48.531" v="272" actId="14100"/>
          <ac:spMkLst>
            <pc:docMk/>
            <pc:sldMk cId="0" sldId="265"/>
            <ac:spMk id="2" creationId="{00000000-0000-0000-0000-000000000000}"/>
          </ac:spMkLst>
        </pc:spChg>
        <pc:spChg chg="mod">
          <ac:chgData name="Guest User" userId="S::urn:spo:tenantanon#00f9cda3-075e-44e5-aa0b-aba3add6539f::" providerId="AD" clId="Web-{267E20C9-675D-2AB4-ED44-C124FDE28CE9}" dt="2025-09-21T17:34:32.596" v="297" actId="1076"/>
          <ac:spMkLst>
            <pc:docMk/>
            <pc:sldMk cId="0" sldId="265"/>
            <ac:spMk id="3" creationId="{00000000-0000-0000-0000-000000000000}"/>
          </ac:spMkLst>
        </pc:spChg>
        <pc:spChg chg="del mod">
          <ac:chgData name="Guest User" userId="S::urn:spo:tenantanon#00f9cda3-075e-44e5-aa0b-aba3add6539f::" providerId="AD" clId="Web-{267E20C9-675D-2AB4-ED44-C124FDE28CE9}" dt="2025-09-21T17:33:24.970" v="288"/>
          <ac:spMkLst>
            <pc:docMk/>
            <pc:sldMk cId="0" sldId="265"/>
            <ac:spMk id="4" creationId="{00000000-0000-0000-0000-000000000000}"/>
          </ac:spMkLst>
        </pc:spChg>
        <pc:spChg chg="mod">
          <ac:chgData name="Guest User" userId="S::urn:spo:tenantanon#00f9cda3-075e-44e5-aa0b-aba3add6539f::" providerId="AD" clId="Web-{267E20C9-675D-2AB4-ED44-C124FDE28CE9}" dt="2025-09-21T17:33:03.736" v="281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Guest User" userId="S::urn:spo:tenantanon#00f9cda3-075e-44e5-aa0b-aba3add6539f::" providerId="AD" clId="Web-{267E20C9-675D-2AB4-ED44-C124FDE28CE9}" dt="2025-09-21T17:35:29.268" v="313" actId="20577"/>
          <ac:spMkLst>
            <pc:docMk/>
            <pc:sldMk cId="0" sldId="265"/>
            <ac:spMk id="6" creationId="{00000000-0000-0000-0000-000000000000}"/>
          </ac:spMkLst>
        </pc:spChg>
        <pc:spChg chg="mod">
          <ac:chgData name="Guest User" userId="S::urn:spo:tenantanon#00f9cda3-075e-44e5-aa0b-aba3add6539f::" providerId="AD" clId="Web-{267E20C9-675D-2AB4-ED44-C124FDE28CE9}" dt="2025-09-21T17:34:55.659" v="300" actId="1076"/>
          <ac:spMkLst>
            <pc:docMk/>
            <pc:sldMk cId="0" sldId="265"/>
            <ac:spMk id="7" creationId="{00000000-0000-0000-0000-000000000000}"/>
          </ac:spMkLst>
        </pc:spChg>
        <pc:spChg chg="mod">
          <ac:chgData name="Guest User" userId="S::urn:spo:tenantanon#00f9cda3-075e-44e5-aa0b-aba3add6539f::" providerId="AD" clId="Web-{267E20C9-675D-2AB4-ED44-C124FDE28CE9}" dt="2025-09-21T17:36:24.925" v="343" actId="20577"/>
          <ac:spMkLst>
            <pc:docMk/>
            <pc:sldMk cId="0" sldId="265"/>
            <ac:spMk id="13" creationId="{00000000-0000-0000-0000-000000000000}"/>
          </ac:spMkLst>
        </pc:spChg>
        <pc:spChg chg="mod">
          <ac:chgData name="Guest User" userId="S::urn:spo:tenantanon#00f9cda3-075e-44e5-aa0b-aba3add6539f::" providerId="AD" clId="Web-{267E20C9-675D-2AB4-ED44-C124FDE28CE9}" dt="2025-09-21T17:37:02.144" v="351" actId="20577"/>
          <ac:spMkLst>
            <pc:docMk/>
            <pc:sldMk cId="0" sldId="265"/>
            <ac:spMk id="14" creationId="{00000000-0000-0000-0000-000000000000}"/>
          </ac:spMkLst>
        </pc:spChg>
      </pc:sldChg>
      <pc:sldChg chg="modSp">
        <pc:chgData name="Guest User" userId="S::urn:spo:tenantanon#00f9cda3-075e-44e5-aa0b-aba3add6539f::" providerId="AD" clId="Web-{267E20C9-675D-2AB4-ED44-C124FDE28CE9}" dt="2025-09-21T16:08:21.097" v="33" actId="1076"/>
        <pc:sldMkLst>
          <pc:docMk/>
          <pc:sldMk cId="551201996" sldId="266"/>
        </pc:sldMkLst>
        <pc:spChg chg="mod">
          <ac:chgData name="Guest User" userId="S::urn:spo:tenantanon#00f9cda3-075e-44e5-aa0b-aba3add6539f::" providerId="AD" clId="Web-{267E20C9-675D-2AB4-ED44-C124FDE28CE9}" dt="2025-09-21T16:08:21.097" v="33" actId="1076"/>
          <ac:spMkLst>
            <pc:docMk/>
            <pc:sldMk cId="551201996" sldId="266"/>
            <ac:spMk id="2" creationId="{1E46A4E6-067D-1844-8CFC-C8E2B06F3E52}"/>
          </ac:spMkLst>
        </pc:spChg>
        <pc:spChg chg="mod">
          <ac:chgData name="Guest User" userId="S::urn:spo:tenantanon#00f9cda3-075e-44e5-aa0b-aba3add6539f::" providerId="AD" clId="Web-{267E20C9-675D-2AB4-ED44-C124FDE28CE9}" dt="2025-09-21T15:29:28.458" v="21"/>
          <ac:spMkLst>
            <pc:docMk/>
            <pc:sldMk cId="551201996" sldId="266"/>
            <ac:spMk id="53" creationId="{D1B76B34-3AC2-9364-B966-B42644D0D352}"/>
          </ac:spMkLst>
        </pc:spChg>
        <pc:spChg chg="mod">
          <ac:chgData name="Guest User" userId="S::urn:spo:tenantanon#00f9cda3-075e-44e5-aa0b-aba3add6539f::" providerId="AD" clId="Web-{267E20C9-675D-2AB4-ED44-C124FDE28CE9}" dt="2025-09-21T15:34:31.717" v="32" actId="20577"/>
          <ac:spMkLst>
            <pc:docMk/>
            <pc:sldMk cId="551201996" sldId="266"/>
            <ac:spMk id="54" creationId="{2018336F-DBEB-83E2-6836-BC50842BD43E}"/>
          </ac:spMkLst>
        </pc:spChg>
      </pc:sldChg>
      <pc:sldChg chg="modSp">
        <pc:chgData name="Guest User" userId="S::urn:spo:tenantanon#00f9cda3-075e-44e5-aa0b-aba3add6539f::" providerId="AD" clId="Web-{267E20C9-675D-2AB4-ED44-C124FDE28CE9}" dt="2025-09-21T17:37:47.082" v="361" actId="1076"/>
        <pc:sldMkLst>
          <pc:docMk/>
          <pc:sldMk cId="4049139041" sldId="267"/>
        </pc:sldMkLst>
        <pc:spChg chg="mod">
          <ac:chgData name="Guest User" userId="S::urn:spo:tenantanon#00f9cda3-075e-44e5-aa0b-aba3add6539f::" providerId="AD" clId="Web-{267E20C9-675D-2AB4-ED44-C124FDE28CE9}" dt="2025-09-21T17:37:47.082" v="361" actId="1076"/>
          <ac:spMkLst>
            <pc:docMk/>
            <pc:sldMk cId="4049139041" sldId="267"/>
            <ac:spMk id="2" creationId="{CEE0DB9E-B8C9-BEB1-6498-EA97BDB5BEA2}"/>
          </ac:spMkLst>
        </pc:spChg>
      </pc:sldChg>
      <pc:sldChg chg="addSp delSp modSp add replId">
        <pc:chgData name="Guest User" userId="S::urn:spo:tenantanon#00f9cda3-075e-44e5-aa0b-aba3add6539f::" providerId="AD" clId="Web-{267E20C9-675D-2AB4-ED44-C124FDE28CE9}" dt="2025-09-21T17:00:21.487" v="214" actId="1076"/>
        <pc:sldMkLst>
          <pc:docMk/>
          <pc:sldMk cId="2824592940" sldId="268"/>
        </pc:sldMkLst>
        <pc:spChg chg="add del mod">
          <ac:chgData name="Guest User" userId="S::urn:spo:tenantanon#00f9cda3-075e-44e5-aa0b-aba3add6539f::" providerId="AD" clId="Web-{267E20C9-675D-2AB4-ED44-C124FDE28CE9}" dt="2025-09-21T16:21:15.661" v="60"/>
          <ac:spMkLst>
            <pc:docMk/>
            <pc:sldMk cId="2824592940" sldId="268"/>
            <ac:spMk id="2" creationId="{0BD91767-12D3-2F39-A9A8-C277717D3589}"/>
          </ac:spMkLst>
        </pc:spChg>
        <pc:spChg chg="add del mod">
          <ac:chgData name="Guest User" userId="S::urn:spo:tenantanon#00f9cda3-075e-44e5-aa0b-aba3add6539f::" providerId="AD" clId="Web-{267E20C9-675D-2AB4-ED44-C124FDE28CE9}" dt="2025-09-21T16:34:55.607" v="86"/>
          <ac:spMkLst>
            <pc:docMk/>
            <pc:sldMk cId="2824592940" sldId="268"/>
            <ac:spMk id="3" creationId="{60444A84-3729-A583-97B5-2470616CC01D}"/>
          </ac:spMkLst>
        </pc:spChg>
        <pc:spChg chg="add del">
          <ac:chgData name="Guest User" userId="S::urn:spo:tenantanon#00f9cda3-075e-44e5-aa0b-aba3add6539f::" providerId="AD" clId="Web-{267E20C9-675D-2AB4-ED44-C124FDE28CE9}" dt="2025-09-21T16:21:21.943" v="64"/>
          <ac:spMkLst>
            <pc:docMk/>
            <pc:sldMk cId="2824592940" sldId="268"/>
            <ac:spMk id="6" creationId="{F7F026BE-2963-9125-9B43-E2965EE777DB}"/>
          </ac:spMkLst>
        </pc:spChg>
        <pc:spChg chg="add del">
          <ac:chgData name="Guest User" userId="S::urn:spo:tenantanon#00f9cda3-075e-44e5-aa0b-aba3add6539f::" providerId="AD" clId="Web-{267E20C9-675D-2AB4-ED44-C124FDE28CE9}" dt="2025-09-21T16:41:23.018" v="101"/>
          <ac:spMkLst>
            <pc:docMk/>
            <pc:sldMk cId="2824592940" sldId="268"/>
            <ac:spMk id="7" creationId="{C5B55DA7-0A54-EA3F-EA5C-518533DA1DD7}"/>
          </ac:spMkLst>
        </pc:spChg>
        <pc:spChg chg="add del">
          <ac:chgData name="Guest User" userId="S::urn:spo:tenantanon#00f9cda3-075e-44e5-aa0b-aba3add6539f::" providerId="AD" clId="Web-{267E20C9-675D-2AB4-ED44-C124FDE28CE9}" dt="2025-09-21T16:21:15.661" v="63"/>
          <ac:spMkLst>
            <pc:docMk/>
            <pc:sldMk cId="2824592940" sldId="268"/>
            <ac:spMk id="9" creationId="{3A8A2BDA-98BF-45B9-3D4D-1FBB4EFA86B9}"/>
          </ac:spMkLst>
        </pc:spChg>
        <pc:spChg chg="add mod">
          <ac:chgData name="Guest User" userId="S::urn:spo:tenantanon#00f9cda3-075e-44e5-aa0b-aba3add6539f::" providerId="AD" clId="Web-{267E20C9-675D-2AB4-ED44-C124FDE28CE9}" dt="2025-09-21T17:00:04.018" v="211" actId="1076"/>
          <ac:spMkLst>
            <pc:docMk/>
            <pc:sldMk cId="2824592940" sldId="268"/>
            <ac:spMk id="10" creationId="{00C0A154-5802-9384-1B18-1C0180D83DD6}"/>
          </ac:spMkLst>
        </pc:spChg>
        <pc:spChg chg="add del">
          <ac:chgData name="Guest User" userId="S::urn:spo:tenantanon#00f9cda3-075e-44e5-aa0b-aba3add6539f::" providerId="AD" clId="Web-{267E20C9-675D-2AB4-ED44-C124FDE28CE9}" dt="2025-09-21T16:43:14.505" v="141"/>
          <ac:spMkLst>
            <pc:docMk/>
            <pc:sldMk cId="2824592940" sldId="268"/>
            <ac:spMk id="11" creationId="{5BDAE960-E83D-2CFA-6C24-7A658F8CE621}"/>
          </ac:spMkLst>
        </pc:spChg>
        <pc:graphicFrameChg chg="add mod modGraphic">
          <ac:chgData name="Guest User" userId="S::urn:spo:tenantanon#00f9cda3-075e-44e5-aa0b-aba3add6539f::" providerId="AD" clId="Web-{267E20C9-675D-2AB4-ED44-C124FDE28CE9}" dt="2025-09-21T16:57:04.360" v="189"/>
          <ac:graphicFrameMkLst>
            <pc:docMk/>
            <pc:sldMk cId="2824592940" sldId="268"/>
            <ac:graphicFrameMk id="5" creationId="{588787CD-5FB2-5F54-7B33-7DAFBFD4CBBB}"/>
          </ac:graphicFrameMkLst>
        </pc:graphicFrameChg>
        <pc:picChg chg="del">
          <ac:chgData name="Guest User" userId="S::urn:spo:tenantanon#00f9cda3-075e-44e5-aa0b-aba3add6539f::" providerId="AD" clId="Web-{267E20C9-675D-2AB4-ED44-C124FDE28CE9}" dt="2025-09-21T16:21:06.864" v="54"/>
          <ac:picMkLst>
            <pc:docMk/>
            <pc:sldMk cId="2824592940" sldId="268"/>
            <ac:picMk id="8" creationId="{3FCDF70E-13CB-026F-4290-A6FB417365FB}"/>
          </ac:picMkLst>
        </pc:picChg>
        <pc:picChg chg="add mod modCrop">
          <ac:chgData name="Guest User" userId="S::urn:spo:tenantanon#00f9cda3-075e-44e5-aa0b-aba3add6539f::" providerId="AD" clId="Web-{267E20C9-675D-2AB4-ED44-C124FDE28CE9}" dt="2025-09-21T16:59:19.142" v="203"/>
          <ac:picMkLst>
            <pc:docMk/>
            <pc:sldMk cId="2824592940" sldId="268"/>
            <ac:picMk id="12" creationId="{677E5779-A2B2-8D54-C9DE-271CAF2155E2}"/>
          </ac:picMkLst>
        </pc:picChg>
        <pc:picChg chg="add mod modCrop">
          <ac:chgData name="Guest User" userId="S::urn:spo:tenantanon#00f9cda3-075e-44e5-aa0b-aba3add6539f::" providerId="AD" clId="Web-{267E20C9-675D-2AB4-ED44-C124FDE28CE9}" dt="2025-09-21T17:00:21.487" v="214" actId="1076"/>
          <ac:picMkLst>
            <pc:docMk/>
            <pc:sldMk cId="2824592940" sldId="268"/>
            <ac:picMk id="13" creationId="{8814F207-456B-2B18-3431-3653E1EA78F4}"/>
          </ac:picMkLst>
        </pc:picChg>
        <pc:picChg chg="add mod modCrop">
          <ac:chgData name="Guest User" userId="S::urn:spo:tenantanon#00f9cda3-075e-44e5-aa0b-aba3add6539f::" providerId="AD" clId="Web-{267E20C9-675D-2AB4-ED44-C124FDE28CE9}" dt="2025-09-21T17:00:16.534" v="213" actId="1076"/>
          <ac:picMkLst>
            <pc:docMk/>
            <pc:sldMk cId="2824592940" sldId="268"/>
            <ac:picMk id="14" creationId="{23DD43CE-5D4E-EB10-4DDF-9326F5A44221}"/>
          </ac:picMkLst>
        </pc:picChg>
      </pc:sldChg>
      <pc:sldChg chg="addSp delSp modSp add replId">
        <pc:chgData name="Guest User" userId="S::urn:spo:tenantanon#00f9cda3-075e-44e5-aa0b-aba3add6539f::" providerId="AD" clId="Web-{267E20C9-675D-2AB4-ED44-C124FDE28CE9}" dt="2025-09-21T17:27:43.387" v="267" actId="20577"/>
        <pc:sldMkLst>
          <pc:docMk/>
          <pc:sldMk cId="4122665663" sldId="269"/>
        </pc:sldMkLst>
        <pc:spChg chg="mod">
          <ac:chgData name="Guest User" userId="S::urn:spo:tenantanon#00f9cda3-075e-44e5-aa0b-aba3add6539f::" providerId="AD" clId="Web-{267E20C9-675D-2AB4-ED44-C124FDE28CE9}" dt="2025-09-21T17:27:16.120" v="255" actId="20577"/>
          <ac:spMkLst>
            <pc:docMk/>
            <pc:sldMk cId="4122665663" sldId="269"/>
            <ac:spMk id="2" creationId="{7D1E7FCC-5A71-F5F4-8CEF-2368E0BDC18D}"/>
          </ac:spMkLst>
        </pc:spChg>
        <pc:spChg chg="add mod">
          <ac:chgData name="Guest User" userId="S::urn:spo:tenantanon#00f9cda3-075e-44e5-aa0b-aba3add6539f::" providerId="AD" clId="Web-{267E20C9-675D-2AB4-ED44-C124FDE28CE9}" dt="2025-09-21T17:27:43.387" v="267" actId="20577"/>
          <ac:spMkLst>
            <pc:docMk/>
            <pc:sldMk cId="4122665663" sldId="269"/>
            <ac:spMk id="3" creationId="{F7F83FE7-41C8-04AF-AD26-CA07B19FEA86}"/>
          </ac:spMkLst>
        </pc:spChg>
        <pc:picChg chg="del">
          <ac:chgData name="Guest User" userId="S::urn:spo:tenantanon#00f9cda3-075e-44e5-aa0b-aba3add6539f::" providerId="AD" clId="Web-{267E20C9-675D-2AB4-ED44-C124FDE28CE9}" dt="2025-09-21T17:26:19.446" v="216"/>
          <ac:picMkLst>
            <pc:docMk/>
            <pc:sldMk cId="4122665663" sldId="269"/>
            <ac:picMk id="4" creationId="{761959CC-6F69-4338-2FEC-2BD9E01CED19}"/>
          </ac:picMkLst>
        </pc:picChg>
        <pc:picChg chg="del">
          <ac:chgData name="Guest User" userId="S::urn:spo:tenantanon#00f9cda3-075e-44e5-aa0b-aba3add6539f::" providerId="AD" clId="Web-{267E20C9-675D-2AB4-ED44-C124FDE28CE9}" dt="2025-09-21T17:26:23.556" v="218"/>
          <ac:picMkLst>
            <pc:docMk/>
            <pc:sldMk cId="4122665663" sldId="269"/>
            <ac:picMk id="7" creationId="{F56C2B8F-62AD-4139-2A52-DCF347BD2E39}"/>
          </ac:picMkLst>
        </pc:picChg>
        <pc:picChg chg="del">
          <ac:chgData name="Guest User" userId="S::urn:spo:tenantanon#00f9cda3-075e-44e5-aa0b-aba3add6539f::" providerId="AD" clId="Web-{267E20C9-675D-2AB4-ED44-C124FDE28CE9}" dt="2025-09-21T17:26:21.696" v="217"/>
          <ac:picMkLst>
            <pc:docMk/>
            <pc:sldMk cId="4122665663" sldId="269"/>
            <ac:picMk id="13" creationId="{6DE67C16-B68A-C85A-1A55-50EB6576762F}"/>
          </ac:picMkLst>
        </pc:picChg>
        <pc:picChg chg="del">
          <ac:chgData name="Guest User" userId="S::urn:spo:tenantanon#00f9cda3-075e-44e5-aa0b-aba3add6539f::" providerId="AD" clId="Web-{267E20C9-675D-2AB4-ED44-C124FDE28CE9}" dt="2025-09-21T17:26:28.431" v="220"/>
          <ac:picMkLst>
            <pc:docMk/>
            <pc:sldMk cId="4122665663" sldId="269"/>
            <ac:picMk id="14" creationId="{DE5E05AE-55C9-737F-11F5-590C21D84F1D}"/>
          </ac:picMkLst>
        </pc:picChg>
        <pc:picChg chg="del">
          <ac:chgData name="Guest User" userId="S::urn:spo:tenantanon#00f9cda3-075e-44e5-aa0b-aba3add6539f::" providerId="AD" clId="Web-{267E20C9-675D-2AB4-ED44-C124FDE28CE9}" dt="2025-09-21T17:26:25.868" v="219"/>
          <ac:picMkLst>
            <pc:docMk/>
            <pc:sldMk cId="4122665663" sldId="269"/>
            <ac:picMk id="15" creationId="{98451A42-0FDE-39D6-A43A-F449E8D945C8}"/>
          </ac:picMkLst>
        </pc:picChg>
      </pc:sldChg>
    </pc:docChg>
  </pc:docChgLst>
  <pc:docChgLst>
    <pc:chgData name="Guest User" userId="S::urn:spo:tenantanon#00f9cda3-075e-44e5-aa0b-aba3add6539f::" providerId="AD" clId="Web-{6FFC57BC-D834-EF3F-4A3B-A6B83ED9CD9C}"/>
    <pc:docChg chg="addSld delSld modSld sldOrd">
      <pc:chgData name="Guest User" userId="S::urn:spo:tenantanon#00f9cda3-075e-44e5-aa0b-aba3add6539f::" providerId="AD" clId="Web-{6FFC57BC-D834-EF3F-4A3B-A6B83ED9CD9C}" dt="2025-09-21T14:38:44.979" v="72"/>
      <pc:docMkLst>
        <pc:docMk/>
      </pc:docMkLst>
      <pc:sldChg chg="addSp delSp">
        <pc:chgData name="Guest User" userId="S::urn:spo:tenantanon#00f9cda3-075e-44e5-aa0b-aba3add6539f::" providerId="AD" clId="Web-{6FFC57BC-D834-EF3F-4A3B-A6B83ED9CD9C}" dt="2025-09-21T14:15:43.913" v="2"/>
        <pc:sldMkLst>
          <pc:docMk/>
          <pc:sldMk cId="0" sldId="256"/>
        </pc:sldMkLst>
        <pc:picChg chg="add del">
          <ac:chgData name="Guest User" userId="S::urn:spo:tenantanon#00f9cda3-075e-44e5-aa0b-aba3add6539f::" providerId="AD" clId="Web-{6FFC57BC-D834-EF3F-4A3B-A6B83ED9CD9C}" dt="2025-09-21T14:15:43.913" v="2"/>
          <ac:picMkLst>
            <pc:docMk/>
            <pc:sldMk cId="0" sldId="256"/>
            <ac:picMk id="11" creationId="{2C44212E-86C3-FBA5-46AF-FF608AF37848}"/>
          </ac:picMkLst>
        </pc:picChg>
      </pc:sldChg>
      <pc:sldChg chg="delSp modSp">
        <pc:chgData name="Guest User" userId="S::urn:spo:tenantanon#00f9cda3-075e-44e5-aa0b-aba3add6539f::" providerId="AD" clId="Web-{6FFC57BC-D834-EF3F-4A3B-A6B83ED9CD9C}" dt="2025-09-21T14:19:30.237" v="27" actId="20577"/>
        <pc:sldMkLst>
          <pc:docMk/>
          <pc:sldMk cId="0" sldId="257"/>
        </pc:sldMkLst>
        <pc:spChg chg="mod">
          <ac:chgData name="Guest User" userId="S::urn:spo:tenantanon#00f9cda3-075e-44e5-aa0b-aba3add6539f::" providerId="AD" clId="Web-{6FFC57BC-D834-EF3F-4A3B-A6B83ED9CD9C}" dt="2025-09-21T14:19:30.237" v="27" actId="20577"/>
          <ac:spMkLst>
            <pc:docMk/>
            <pc:sldMk cId="0" sldId="257"/>
            <ac:spMk id="3" creationId="{00000000-0000-0000-0000-000000000000}"/>
          </ac:spMkLst>
        </pc:spChg>
        <pc:spChg chg="del mod">
          <ac:chgData name="Guest User" userId="S::urn:spo:tenantanon#00f9cda3-075e-44e5-aa0b-aba3add6539f::" providerId="AD" clId="Web-{6FFC57BC-D834-EF3F-4A3B-A6B83ED9CD9C}" dt="2025-09-21T14:19:17.768" v="22"/>
          <ac:spMkLst>
            <pc:docMk/>
            <pc:sldMk cId="0" sldId="257"/>
            <ac:spMk id="4" creationId="{00000000-0000-0000-0000-000000000000}"/>
          </ac:spMkLst>
        </pc:spChg>
      </pc:sldChg>
      <pc:sldChg chg="modSp">
        <pc:chgData name="Guest User" userId="S::urn:spo:tenantanon#00f9cda3-075e-44e5-aa0b-aba3add6539f::" providerId="AD" clId="Web-{6FFC57BC-D834-EF3F-4A3B-A6B83ED9CD9C}" dt="2025-09-21T14:25:07.977" v="66" actId="14100"/>
        <pc:sldMkLst>
          <pc:docMk/>
          <pc:sldMk cId="0" sldId="258"/>
        </pc:sldMkLst>
        <pc:spChg chg="mod">
          <ac:chgData name="Guest User" userId="S::urn:spo:tenantanon#00f9cda3-075e-44e5-aa0b-aba3add6539f::" providerId="AD" clId="Web-{6FFC57BC-D834-EF3F-4A3B-A6B83ED9CD9C}" dt="2025-09-21T14:15:56.961" v="3" actId="20577"/>
          <ac:spMkLst>
            <pc:docMk/>
            <pc:sldMk cId="0" sldId="258"/>
            <ac:spMk id="2" creationId="{00000000-0000-0000-0000-000000000000}"/>
          </ac:spMkLst>
        </pc:spChg>
        <pc:picChg chg="mod">
          <ac:chgData name="Guest User" userId="S::urn:spo:tenantanon#00f9cda3-075e-44e5-aa0b-aba3add6539f::" providerId="AD" clId="Web-{6FFC57BC-D834-EF3F-4A3B-A6B83ED9CD9C}" dt="2025-09-21T14:25:07.977" v="66" actId="14100"/>
          <ac:picMkLst>
            <pc:docMk/>
            <pc:sldMk cId="0" sldId="258"/>
            <ac:picMk id="4" creationId="{00000000-0000-0000-0000-000000000000}"/>
          </ac:picMkLst>
        </pc:picChg>
      </pc:sldChg>
      <pc:sldChg chg="addSp delSp modSp">
        <pc:chgData name="Guest User" userId="S::urn:spo:tenantanon#00f9cda3-075e-44e5-aa0b-aba3add6539f::" providerId="AD" clId="Web-{6FFC57BC-D834-EF3F-4A3B-A6B83ED9CD9C}" dt="2025-09-21T14:24:38.555" v="64" actId="1076"/>
        <pc:sldMkLst>
          <pc:docMk/>
          <pc:sldMk cId="0" sldId="259"/>
        </pc:sldMkLst>
        <pc:spChg chg="mod">
          <ac:chgData name="Guest User" userId="S::urn:spo:tenantanon#00f9cda3-075e-44e5-aa0b-aba3add6539f::" providerId="AD" clId="Web-{6FFC57BC-D834-EF3F-4A3B-A6B83ED9CD9C}" dt="2025-09-21T14:20:51.552" v="41" actId="20577"/>
          <ac:spMkLst>
            <pc:docMk/>
            <pc:sldMk cId="0" sldId="259"/>
            <ac:spMk id="2" creationId="{00000000-0000-0000-0000-000000000000}"/>
          </ac:spMkLst>
        </pc:spChg>
        <pc:spChg chg="del">
          <ac:chgData name="Guest User" userId="S::urn:spo:tenantanon#00f9cda3-075e-44e5-aa0b-aba3add6539f::" providerId="AD" clId="Web-{6FFC57BC-D834-EF3F-4A3B-A6B83ED9CD9C}" dt="2025-09-21T14:23:56.883" v="55"/>
          <ac:spMkLst>
            <pc:docMk/>
            <pc:sldMk cId="0" sldId="259"/>
            <ac:spMk id="3" creationId="{00000000-0000-0000-0000-000000000000}"/>
          </ac:spMkLst>
        </pc:spChg>
        <pc:spChg chg="del">
          <ac:chgData name="Guest User" userId="S::urn:spo:tenantanon#00f9cda3-075e-44e5-aa0b-aba3add6539f::" providerId="AD" clId="Web-{6FFC57BC-D834-EF3F-4A3B-A6B83ED9CD9C}" dt="2025-09-21T14:21:15.318" v="43"/>
          <ac:spMkLst>
            <pc:docMk/>
            <pc:sldMk cId="0" sldId="259"/>
            <ac:spMk id="5" creationId="{00000000-0000-0000-0000-000000000000}"/>
          </ac:spMkLst>
        </pc:spChg>
        <pc:spChg chg="del">
          <ac:chgData name="Guest User" userId="S::urn:spo:tenantanon#00f9cda3-075e-44e5-aa0b-aba3add6539f::" providerId="AD" clId="Web-{6FFC57BC-D834-EF3F-4A3B-A6B83ED9CD9C}" dt="2025-09-21T14:21:20.521" v="44"/>
          <ac:spMkLst>
            <pc:docMk/>
            <pc:sldMk cId="0" sldId="259"/>
            <ac:spMk id="6" creationId="{00000000-0000-0000-0000-000000000000}"/>
          </ac:spMkLst>
        </pc:spChg>
        <pc:spChg chg="del">
          <ac:chgData name="Guest User" userId="S::urn:spo:tenantanon#00f9cda3-075e-44e5-aa0b-aba3add6539f::" providerId="AD" clId="Web-{6FFC57BC-D834-EF3F-4A3B-A6B83ED9CD9C}" dt="2025-09-21T14:21:23.052" v="45"/>
          <ac:spMkLst>
            <pc:docMk/>
            <pc:sldMk cId="0" sldId="259"/>
            <ac:spMk id="7" creationId="{00000000-0000-0000-0000-000000000000}"/>
          </ac:spMkLst>
        </pc:spChg>
        <pc:spChg chg="del">
          <ac:chgData name="Guest User" userId="S::urn:spo:tenantanon#00f9cda3-075e-44e5-aa0b-aba3add6539f::" providerId="AD" clId="Web-{6FFC57BC-D834-EF3F-4A3B-A6B83ED9CD9C}" dt="2025-09-21T14:21:26.146" v="46"/>
          <ac:spMkLst>
            <pc:docMk/>
            <pc:sldMk cId="0" sldId="259"/>
            <ac:spMk id="8" creationId="{00000000-0000-0000-0000-000000000000}"/>
          </ac:spMkLst>
        </pc:spChg>
        <pc:spChg chg="del mod">
          <ac:chgData name="Guest User" userId="S::urn:spo:tenantanon#00f9cda3-075e-44e5-aa0b-aba3add6539f::" providerId="AD" clId="Web-{6FFC57BC-D834-EF3F-4A3B-A6B83ED9CD9C}" dt="2025-09-21T14:24:08.820" v="59"/>
          <ac:spMkLst>
            <pc:docMk/>
            <pc:sldMk cId="0" sldId="259"/>
            <ac:spMk id="9" creationId="{00000000-0000-0000-0000-000000000000}"/>
          </ac:spMkLst>
        </pc:spChg>
        <pc:spChg chg="add del">
          <ac:chgData name="Guest User" userId="S::urn:spo:tenantanon#00f9cda3-075e-44e5-aa0b-aba3add6539f::" providerId="AD" clId="Web-{6FFC57BC-D834-EF3F-4A3B-A6B83ED9CD9C}" dt="2025-09-21T14:23:29.523" v="50"/>
          <ac:spMkLst>
            <pc:docMk/>
            <pc:sldMk cId="0" sldId="259"/>
            <ac:spMk id="10" creationId="{132BD923-BC80-06B0-0DAD-72870D7FF3A0}"/>
          </ac:spMkLst>
        </pc:spChg>
        <pc:picChg chg="del">
          <ac:chgData name="Guest User" userId="S::urn:spo:tenantanon#00f9cda3-075e-44e5-aa0b-aba3add6539f::" providerId="AD" clId="Web-{6FFC57BC-D834-EF3F-4A3B-A6B83ED9CD9C}" dt="2025-09-21T14:21:00.380" v="42"/>
          <ac:picMkLst>
            <pc:docMk/>
            <pc:sldMk cId="0" sldId="259"/>
            <ac:picMk id="4" creationId="{00000000-0000-0000-0000-000000000000}"/>
          </ac:picMkLst>
        </pc:picChg>
        <pc:picChg chg="add mod">
          <ac:chgData name="Guest User" userId="S::urn:spo:tenantanon#00f9cda3-075e-44e5-aa0b-aba3add6539f::" providerId="AD" clId="Web-{6FFC57BC-D834-EF3F-4A3B-A6B83ED9CD9C}" dt="2025-09-21T14:24:26.164" v="62" actId="1076"/>
          <ac:picMkLst>
            <pc:docMk/>
            <pc:sldMk cId="0" sldId="259"/>
            <ac:picMk id="13" creationId="{FB97B0D6-7284-7BCE-28CC-59D7A422E729}"/>
          </ac:picMkLst>
        </pc:picChg>
        <pc:picChg chg="add mod">
          <ac:chgData name="Guest User" userId="S::urn:spo:tenantanon#00f9cda3-075e-44e5-aa0b-aba3add6539f::" providerId="AD" clId="Web-{6FFC57BC-D834-EF3F-4A3B-A6B83ED9CD9C}" dt="2025-09-21T14:24:38.555" v="64" actId="1076"/>
          <ac:picMkLst>
            <pc:docMk/>
            <pc:sldMk cId="0" sldId="259"/>
            <ac:picMk id="14" creationId="{231C8019-066B-D630-0FF3-45159D7E1826}"/>
          </ac:picMkLst>
        </pc:picChg>
      </pc:sldChg>
      <pc:sldChg chg="modSp">
        <pc:chgData name="Guest User" userId="S::urn:spo:tenantanon#00f9cda3-075e-44e5-aa0b-aba3add6539f::" providerId="AD" clId="Web-{6FFC57BC-D834-EF3F-4A3B-A6B83ED9CD9C}" dt="2025-09-21T14:27:25.369" v="71" actId="14100"/>
        <pc:sldMkLst>
          <pc:docMk/>
          <pc:sldMk cId="0" sldId="261"/>
        </pc:sldMkLst>
        <pc:spChg chg="mod">
          <ac:chgData name="Guest User" userId="S::urn:spo:tenantanon#00f9cda3-075e-44e5-aa0b-aba3add6539f::" providerId="AD" clId="Web-{6FFC57BC-D834-EF3F-4A3B-A6B83ED9CD9C}" dt="2025-09-21T14:27:04.822" v="70" actId="20577"/>
          <ac:spMkLst>
            <pc:docMk/>
            <pc:sldMk cId="0" sldId="261"/>
            <ac:spMk id="2" creationId="{00000000-0000-0000-0000-000000000000}"/>
          </ac:spMkLst>
        </pc:spChg>
        <pc:picChg chg="mod">
          <ac:chgData name="Guest User" userId="S::urn:spo:tenantanon#00f9cda3-075e-44e5-aa0b-aba3add6539f::" providerId="AD" clId="Web-{6FFC57BC-D834-EF3F-4A3B-A6B83ED9CD9C}" dt="2025-09-21T14:27:25.369" v="71" actId="14100"/>
          <ac:picMkLst>
            <pc:docMk/>
            <pc:sldMk cId="0" sldId="261"/>
            <ac:picMk id="13" creationId="{C9B16334-1D81-DC33-9AC7-B9F612996DB6}"/>
          </ac:picMkLst>
        </pc:picChg>
      </pc:sldChg>
      <pc:sldChg chg="delSp">
        <pc:chgData name="Guest User" userId="S::urn:spo:tenantanon#00f9cda3-075e-44e5-aa0b-aba3add6539f::" providerId="AD" clId="Web-{6FFC57BC-D834-EF3F-4A3B-A6B83ED9CD9C}" dt="2025-09-21T14:38:44.979" v="72"/>
        <pc:sldMkLst>
          <pc:docMk/>
          <pc:sldMk cId="0" sldId="263"/>
        </pc:sldMkLst>
        <pc:picChg chg="del">
          <ac:chgData name="Guest User" userId="S::urn:spo:tenantanon#00f9cda3-075e-44e5-aa0b-aba3add6539f::" providerId="AD" clId="Web-{6FFC57BC-D834-EF3F-4A3B-A6B83ED9CD9C}" dt="2025-09-21T14:38:44.979" v="72"/>
          <ac:picMkLst>
            <pc:docMk/>
            <pc:sldMk cId="0" sldId="263"/>
            <ac:picMk id="3" creationId="{00000000-0000-0000-0000-000000000000}"/>
          </ac:picMkLst>
        </pc:picChg>
      </pc:sldChg>
      <pc:sldChg chg="modSp ord">
        <pc:chgData name="Guest User" userId="S::urn:spo:tenantanon#00f9cda3-075e-44e5-aa0b-aba3add6539f::" providerId="AD" clId="Web-{6FFC57BC-D834-EF3F-4A3B-A6B83ED9CD9C}" dt="2025-09-21T14:25:59.978" v="67"/>
        <pc:sldMkLst>
          <pc:docMk/>
          <pc:sldMk cId="551201996" sldId="266"/>
        </pc:sldMkLst>
        <pc:spChg chg="mod">
          <ac:chgData name="Guest User" userId="S::urn:spo:tenantanon#00f9cda3-075e-44e5-aa0b-aba3add6539f::" providerId="AD" clId="Web-{6FFC57BC-D834-EF3F-4A3B-A6B83ED9CD9C}" dt="2025-09-21T14:16:57.917" v="20" actId="20577"/>
          <ac:spMkLst>
            <pc:docMk/>
            <pc:sldMk cId="551201996" sldId="266"/>
            <ac:spMk id="54" creationId="{2018336F-DBEB-83E2-6836-BC50842BD43E}"/>
          </ac:spMkLst>
        </pc:spChg>
      </pc:sldChg>
      <pc:sldChg chg="new del">
        <pc:chgData name="Guest User" userId="S::urn:spo:tenantanon#00f9cda3-075e-44e5-aa0b-aba3add6539f::" providerId="AD" clId="Web-{6FFC57BC-D834-EF3F-4A3B-A6B83ED9CD9C}" dt="2025-09-21T14:21:42.459" v="48"/>
        <pc:sldMkLst>
          <pc:docMk/>
          <pc:sldMk cId="1421820786" sldId="268"/>
        </pc:sldMkLst>
      </pc:sldChg>
    </pc:docChg>
  </pc:docChgLst>
  <pc:docChgLst>
    <pc:chgData name="Guest User" userId="S::urn:spo:tenantanon#00f9cda3-075e-44e5-aa0b-aba3add6539f::" providerId="AD" clId="Web-{12834C9A-9EC7-1728-FF3F-205FD1E0C374}"/>
    <pc:docChg chg="modSld">
      <pc:chgData name="Guest User" userId="S::urn:spo:tenantanon#00f9cda3-075e-44e5-aa0b-aba3add6539f::" providerId="AD" clId="Web-{12834C9A-9EC7-1728-FF3F-205FD1E0C374}" dt="2025-09-22T00:50:07.747" v="2" actId="1076"/>
      <pc:docMkLst>
        <pc:docMk/>
      </pc:docMkLst>
      <pc:sldChg chg="modSp">
        <pc:chgData name="Guest User" userId="S::urn:spo:tenantanon#00f9cda3-075e-44e5-aa0b-aba3add6539f::" providerId="AD" clId="Web-{12834C9A-9EC7-1728-FF3F-205FD1E0C374}" dt="2025-09-22T00:49:01.135" v="1" actId="20577"/>
        <pc:sldMkLst>
          <pc:docMk/>
          <pc:sldMk cId="0" sldId="260"/>
        </pc:sldMkLst>
        <pc:spChg chg="mod">
          <ac:chgData name="Guest User" userId="S::urn:spo:tenantanon#00f9cda3-075e-44e5-aa0b-aba3add6539f::" providerId="AD" clId="Web-{12834C9A-9EC7-1728-FF3F-205FD1E0C374}" dt="2025-09-22T00:49:01.135" v="1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">
        <pc:chgData name="Guest User" userId="S::urn:spo:tenantanon#00f9cda3-075e-44e5-aa0b-aba3add6539f::" providerId="AD" clId="Web-{12834C9A-9EC7-1728-FF3F-205FD1E0C374}" dt="2025-09-22T00:50:07.747" v="2" actId="1076"/>
        <pc:sldMkLst>
          <pc:docMk/>
          <pc:sldMk cId="2824592940" sldId="268"/>
        </pc:sldMkLst>
        <pc:graphicFrameChg chg="mod">
          <ac:chgData name="Guest User" userId="S::urn:spo:tenantanon#00f9cda3-075e-44e5-aa0b-aba3add6539f::" providerId="AD" clId="Web-{12834C9A-9EC7-1728-FF3F-205FD1E0C374}" dt="2025-09-22T00:50:07.747" v="2" actId="1076"/>
          <ac:graphicFrameMkLst>
            <pc:docMk/>
            <pc:sldMk cId="2824592940" sldId="268"/>
            <ac:graphicFrameMk id="5" creationId="{588787CD-5FB2-5F54-7B33-7DAFBFD4CBBB}"/>
          </ac:graphicFrameMkLst>
        </pc:graphicFrameChg>
      </pc:sldChg>
    </pc:docChg>
  </pc:docChgLst>
  <pc:docChgLst>
    <pc:chgData name="Guest User" userId="S::urn:spo:tenantanon#00f9cda3-075e-44e5-aa0b-aba3add6539f::" providerId="AD" clId="Web-{48843112-85A0-719C-9EB2-DAB5CF80F371}"/>
    <pc:docChg chg="modSld sldOrd">
      <pc:chgData name="Guest User" userId="S::urn:spo:tenantanon#00f9cda3-075e-44e5-aa0b-aba3add6539f::" providerId="AD" clId="Web-{48843112-85A0-719C-9EB2-DAB5CF80F371}" dt="2025-09-22T08:15:26.875" v="121" actId="20577"/>
      <pc:docMkLst>
        <pc:docMk/>
      </pc:docMkLst>
      <pc:sldChg chg="modSp ord">
        <pc:chgData name="Guest User" userId="S::urn:spo:tenantanon#00f9cda3-075e-44e5-aa0b-aba3add6539f::" providerId="AD" clId="Web-{48843112-85A0-719C-9EB2-DAB5CF80F371}" dt="2025-09-22T08:12:39.902" v="82" actId="20577"/>
        <pc:sldMkLst>
          <pc:docMk/>
          <pc:sldMk cId="0" sldId="261"/>
        </pc:sldMkLst>
        <pc:spChg chg="mod">
          <ac:chgData name="Guest User" userId="S::urn:spo:tenantanon#00f9cda3-075e-44e5-aa0b-aba3add6539f::" providerId="AD" clId="Web-{48843112-85A0-719C-9EB2-DAB5CF80F371}" dt="2025-09-22T08:12:39.902" v="82" actId="20577"/>
          <ac:spMkLst>
            <pc:docMk/>
            <pc:sldMk cId="0" sldId="261"/>
            <ac:spMk id="2" creationId="{00000000-0000-0000-0000-000000000000}"/>
          </ac:spMkLst>
        </pc:spChg>
      </pc:sldChg>
      <pc:sldChg chg="modSp">
        <pc:chgData name="Guest User" userId="S::urn:spo:tenantanon#00f9cda3-075e-44e5-aa0b-aba3add6539f::" providerId="AD" clId="Web-{48843112-85A0-719C-9EB2-DAB5CF80F371}" dt="2025-09-22T08:13:55.795" v="92" actId="20577"/>
        <pc:sldMkLst>
          <pc:docMk/>
          <pc:sldMk cId="0" sldId="265"/>
        </pc:sldMkLst>
        <pc:spChg chg="mod">
          <ac:chgData name="Guest User" userId="S::urn:spo:tenantanon#00f9cda3-075e-44e5-aa0b-aba3add6539f::" providerId="AD" clId="Web-{48843112-85A0-719C-9EB2-DAB5CF80F371}" dt="2025-09-22T08:13:47.419" v="91" actId="20577"/>
          <ac:spMkLst>
            <pc:docMk/>
            <pc:sldMk cId="0" sldId="265"/>
            <ac:spMk id="3" creationId="{00000000-0000-0000-0000-000000000000}"/>
          </ac:spMkLst>
        </pc:spChg>
        <pc:spChg chg="mod">
          <ac:chgData name="Guest User" userId="S::urn:spo:tenantanon#00f9cda3-075e-44e5-aa0b-aba3add6539f::" providerId="AD" clId="Web-{48843112-85A0-719C-9EB2-DAB5CF80F371}" dt="2025-09-22T08:13:55.795" v="92" actId="20577"/>
          <ac:spMkLst>
            <pc:docMk/>
            <pc:sldMk cId="0" sldId="265"/>
            <ac:spMk id="7" creationId="{00000000-0000-0000-0000-000000000000}"/>
          </ac:spMkLst>
        </pc:spChg>
      </pc:sldChg>
      <pc:sldChg chg="modSp">
        <pc:chgData name="Guest User" userId="S::urn:spo:tenantanon#00f9cda3-075e-44e5-aa0b-aba3add6539f::" providerId="AD" clId="Web-{48843112-85A0-719C-9EB2-DAB5CF80F371}" dt="2025-09-22T08:14:08.201" v="93" actId="20577"/>
        <pc:sldMkLst>
          <pc:docMk/>
          <pc:sldMk cId="4049139041" sldId="267"/>
        </pc:sldMkLst>
        <pc:spChg chg="mod">
          <ac:chgData name="Guest User" userId="S::urn:spo:tenantanon#00f9cda3-075e-44e5-aa0b-aba3add6539f::" providerId="AD" clId="Web-{48843112-85A0-719C-9EB2-DAB5CF80F371}" dt="2025-09-22T08:14:08.201" v="93" actId="20577"/>
          <ac:spMkLst>
            <pc:docMk/>
            <pc:sldMk cId="4049139041" sldId="267"/>
            <ac:spMk id="2" creationId="{CEE0DB9E-B8C9-BEB1-6498-EA97BDB5BEA2}"/>
          </ac:spMkLst>
        </pc:spChg>
      </pc:sldChg>
      <pc:sldChg chg="addSp delSp modSp">
        <pc:chgData name="Guest User" userId="S::urn:spo:tenantanon#00f9cda3-075e-44e5-aa0b-aba3add6539f::" providerId="AD" clId="Web-{48843112-85A0-719C-9EB2-DAB5CF80F371}" dt="2025-09-22T08:14:47.124" v="112" actId="1076"/>
        <pc:sldMkLst>
          <pc:docMk/>
          <pc:sldMk cId="2824592940" sldId="268"/>
        </pc:sldMkLst>
        <pc:spChg chg="add mod">
          <ac:chgData name="Guest User" userId="S::urn:spo:tenantanon#00f9cda3-075e-44e5-aa0b-aba3add6539f::" providerId="AD" clId="Web-{48843112-85A0-719C-9EB2-DAB5CF80F371}" dt="2025-09-22T08:14:47.124" v="112" actId="1076"/>
          <ac:spMkLst>
            <pc:docMk/>
            <pc:sldMk cId="2824592940" sldId="268"/>
            <ac:spMk id="4" creationId="{CFBA1277-AEB3-475E-7FD4-63B100D9B95C}"/>
          </ac:spMkLst>
        </pc:spChg>
        <pc:spChg chg="del mod">
          <ac:chgData name="Guest User" userId="S::urn:spo:tenantanon#00f9cda3-075e-44e5-aa0b-aba3add6539f::" providerId="AD" clId="Web-{48843112-85A0-719C-9EB2-DAB5CF80F371}" dt="2025-09-22T08:02:05.968" v="13"/>
          <ac:spMkLst>
            <pc:docMk/>
            <pc:sldMk cId="2824592940" sldId="268"/>
            <ac:spMk id="10" creationId="{00C0A154-5802-9384-1B18-1C0180D83DD6}"/>
          </ac:spMkLst>
        </pc:spChg>
        <pc:graphicFrameChg chg="del">
          <ac:chgData name="Guest User" userId="S::urn:spo:tenantanon#00f9cda3-075e-44e5-aa0b-aba3add6539f::" providerId="AD" clId="Web-{48843112-85A0-719C-9EB2-DAB5CF80F371}" dt="2025-09-22T08:01:53.796" v="12"/>
          <ac:graphicFrameMkLst>
            <pc:docMk/>
            <pc:sldMk cId="2824592940" sldId="268"/>
            <ac:graphicFrameMk id="5" creationId="{588787CD-5FB2-5F54-7B33-7DAFBFD4CBBB}"/>
          </ac:graphicFrameMkLst>
        </pc:graphicFrameChg>
        <pc:picChg chg="add del mod">
          <ac:chgData name="Guest User" userId="S::urn:spo:tenantanon#00f9cda3-075e-44e5-aa0b-aba3add6539f::" providerId="AD" clId="Web-{48843112-85A0-719C-9EB2-DAB5CF80F371}" dt="2025-09-22T08:04:02.517" v="22"/>
          <ac:picMkLst>
            <pc:docMk/>
            <pc:sldMk cId="2824592940" sldId="268"/>
            <ac:picMk id="3" creationId="{CA1D36E6-6212-4ABC-88A8-989295221BB2}"/>
          </ac:picMkLst>
        </pc:picChg>
        <pc:picChg chg="add mod">
          <ac:chgData name="Guest User" userId="S::urn:spo:tenantanon#00f9cda3-075e-44e5-aa0b-aba3add6539f::" providerId="AD" clId="Web-{48843112-85A0-719C-9EB2-DAB5CF80F371}" dt="2025-09-22T08:10:01.957" v="55" actId="14100"/>
          <ac:picMkLst>
            <pc:docMk/>
            <pc:sldMk cId="2824592940" sldId="268"/>
            <ac:picMk id="6" creationId="{139756EB-5C24-3830-A82B-6F4B49079F95}"/>
          </ac:picMkLst>
        </pc:picChg>
        <pc:picChg chg="add del mod">
          <ac:chgData name="Guest User" userId="S::urn:spo:tenantanon#00f9cda3-075e-44e5-aa0b-aba3add6539f::" providerId="AD" clId="Web-{48843112-85A0-719C-9EB2-DAB5CF80F371}" dt="2025-09-22T08:07:36.940" v="39" actId="1076"/>
          <ac:picMkLst>
            <pc:docMk/>
            <pc:sldMk cId="2824592940" sldId="268"/>
            <ac:picMk id="12" creationId="{677E5779-A2B2-8D54-C9DE-271CAF2155E2}"/>
          </ac:picMkLst>
        </pc:picChg>
        <pc:picChg chg="mod">
          <ac:chgData name="Guest User" userId="S::urn:spo:tenantanon#00f9cda3-075e-44e5-aa0b-aba3add6539f::" providerId="AD" clId="Web-{48843112-85A0-719C-9EB2-DAB5CF80F371}" dt="2025-09-22T08:07:33.253" v="38" actId="1076"/>
          <ac:picMkLst>
            <pc:docMk/>
            <pc:sldMk cId="2824592940" sldId="268"/>
            <ac:picMk id="13" creationId="{8814F207-456B-2B18-3431-3653E1EA78F4}"/>
          </ac:picMkLst>
        </pc:picChg>
        <pc:picChg chg="mod">
          <ac:chgData name="Guest User" userId="S::urn:spo:tenantanon#00f9cda3-075e-44e5-aa0b-aba3add6539f::" providerId="AD" clId="Web-{48843112-85A0-719C-9EB2-DAB5CF80F371}" dt="2025-09-22T08:07:38.737" v="40" actId="1076"/>
          <ac:picMkLst>
            <pc:docMk/>
            <pc:sldMk cId="2824592940" sldId="268"/>
            <ac:picMk id="14" creationId="{23DD43CE-5D4E-EB10-4DDF-9326F5A44221}"/>
          </ac:picMkLst>
        </pc:picChg>
      </pc:sldChg>
      <pc:sldChg chg="addSp delSp modSp">
        <pc:chgData name="Guest User" userId="S::urn:spo:tenantanon#00f9cda3-075e-44e5-aa0b-aba3add6539f::" providerId="AD" clId="Web-{48843112-85A0-719C-9EB2-DAB5CF80F371}" dt="2025-09-22T08:15:26.875" v="121" actId="20577"/>
        <pc:sldMkLst>
          <pc:docMk/>
          <pc:sldMk cId="4122665663" sldId="269"/>
        </pc:sldMkLst>
        <pc:spChg chg="mod">
          <ac:chgData name="Guest User" userId="S::urn:spo:tenantanon#00f9cda3-075e-44e5-aa0b-aba3add6539f::" providerId="AD" clId="Web-{48843112-85A0-719C-9EB2-DAB5CF80F371}" dt="2025-09-22T08:15:26.875" v="121" actId="20577"/>
          <ac:spMkLst>
            <pc:docMk/>
            <pc:sldMk cId="4122665663" sldId="269"/>
            <ac:spMk id="3" creationId="{F7F83FE7-41C8-04AF-AD26-CA07B19FEA86}"/>
          </ac:spMkLst>
        </pc:spChg>
        <pc:spChg chg="del">
          <ac:chgData name="Guest User" userId="S::urn:spo:tenantanon#00f9cda3-075e-44e5-aa0b-aba3add6539f::" providerId="AD" clId="Web-{48843112-85A0-719C-9EB2-DAB5CF80F371}" dt="2025-09-22T08:01:03.639" v="5"/>
          <ac:spMkLst>
            <pc:docMk/>
            <pc:sldMk cId="4122665663" sldId="269"/>
            <ac:spMk id="5" creationId="{41EC092E-710E-9A45-40E4-8CC062A68F16}"/>
          </ac:spMkLst>
        </pc:spChg>
        <pc:spChg chg="del">
          <ac:chgData name="Guest User" userId="S::urn:spo:tenantanon#00f9cda3-075e-44e5-aa0b-aba3add6539f::" providerId="AD" clId="Web-{48843112-85A0-719C-9EB2-DAB5CF80F371}" dt="2025-09-22T08:01:03.639" v="4"/>
          <ac:spMkLst>
            <pc:docMk/>
            <pc:sldMk cId="4122665663" sldId="269"/>
            <ac:spMk id="6" creationId="{5950E249-BA15-9E5A-3490-7602B626425F}"/>
          </ac:spMkLst>
        </pc:spChg>
        <pc:spChg chg="del">
          <ac:chgData name="Guest User" userId="S::urn:spo:tenantanon#00f9cda3-075e-44e5-aa0b-aba3add6539f::" providerId="AD" clId="Web-{48843112-85A0-719C-9EB2-DAB5CF80F371}" dt="2025-09-22T08:01:03.639" v="3"/>
          <ac:spMkLst>
            <pc:docMk/>
            <pc:sldMk cId="4122665663" sldId="269"/>
            <ac:spMk id="8" creationId="{D1B3A8BA-57D5-7DED-9FE8-032F64C53987}"/>
          </ac:spMkLst>
        </pc:spChg>
        <pc:spChg chg="del">
          <ac:chgData name="Guest User" userId="S::urn:spo:tenantanon#00f9cda3-075e-44e5-aa0b-aba3add6539f::" providerId="AD" clId="Web-{48843112-85A0-719C-9EB2-DAB5CF80F371}" dt="2025-09-22T08:01:03.639" v="2"/>
          <ac:spMkLst>
            <pc:docMk/>
            <pc:sldMk cId="4122665663" sldId="269"/>
            <ac:spMk id="9" creationId="{8704384C-E337-FA39-9B0E-414B8A7C3626}"/>
          </ac:spMkLst>
        </pc:spChg>
        <pc:spChg chg="del">
          <ac:chgData name="Guest User" userId="S::urn:spo:tenantanon#00f9cda3-075e-44e5-aa0b-aba3add6539f::" providerId="AD" clId="Web-{48843112-85A0-719C-9EB2-DAB5CF80F371}" dt="2025-09-22T08:01:03.639" v="1"/>
          <ac:spMkLst>
            <pc:docMk/>
            <pc:sldMk cId="4122665663" sldId="269"/>
            <ac:spMk id="10" creationId="{C6FE6948-9F39-5848-CDAD-5DF7F0F6BEDB}"/>
          </ac:spMkLst>
        </pc:spChg>
        <pc:spChg chg="del">
          <ac:chgData name="Guest User" userId="S::urn:spo:tenantanon#00f9cda3-075e-44e5-aa0b-aba3add6539f::" providerId="AD" clId="Web-{48843112-85A0-719C-9EB2-DAB5CF80F371}" dt="2025-09-22T08:01:03.639" v="0"/>
          <ac:spMkLst>
            <pc:docMk/>
            <pc:sldMk cId="4122665663" sldId="269"/>
            <ac:spMk id="12" creationId="{E0D9657D-9D96-F309-C0A2-27746E320EBF}"/>
          </ac:spMkLst>
        </pc:spChg>
        <pc:picChg chg="add mod">
          <ac:chgData name="Guest User" userId="S::urn:spo:tenantanon#00f9cda3-075e-44e5-aa0b-aba3add6539f::" providerId="AD" clId="Web-{48843112-85A0-719C-9EB2-DAB5CF80F371}" dt="2025-09-22T08:13:33.278" v="90" actId="1076"/>
          <ac:picMkLst>
            <pc:docMk/>
            <pc:sldMk cId="4122665663" sldId="269"/>
            <ac:picMk id="4" creationId="{E5BB1D13-D71B-733A-3070-740E7E8A8E4C}"/>
          </ac:picMkLst>
        </pc:picChg>
      </pc:sldChg>
    </pc:docChg>
  </pc:docChgLst>
  <pc:docChgLst>
    <pc:chgData name="R.V.KUSHAL - [CB.EN.U4CCE23065]" userId="S::cb.en.u4cce23065@cb.students.amrita.edu::e1a087de-05c3-4366-8430-c4744e76b0e3" providerId="AD" clId="Web-{594EF83D-4666-6176-C97C-E5EBA5F567EC}"/>
    <pc:docChg chg="modSld sldOrd">
      <pc:chgData name="R.V.KUSHAL - [CB.EN.U4CCE23065]" userId="S::cb.en.u4cce23065@cb.students.amrita.edu::e1a087de-05c3-4366-8430-c4744e76b0e3" providerId="AD" clId="Web-{594EF83D-4666-6176-C97C-E5EBA5F567EC}" dt="2025-09-22T08:12:44.160" v="142" actId="20577"/>
      <pc:docMkLst>
        <pc:docMk/>
      </pc:docMkLst>
      <pc:sldChg chg="modSp">
        <pc:chgData name="R.V.KUSHAL - [CB.EN.U4CCE23065]" userId="S::cb.en.u4cce23065@cb.students.amrita.edu::e1a087de-05c3-4366-8430-c4744e76b0e3" providerId="AD" clId="Web-{594EF83D-4666-6176-C97C-E5EBA5F567EC}" dt="2025-09-22T08:12:44.160" v="142" actId="20577"/>
        <pc:sldMkLst>
          <pc:docMk/>
          <pc:sldMk cId="0" sldId="265"/>
        </pc:sldMkLst>
        <pc:spChg chg="mod">
          <ac:chgData name="R.V.KUSHAL - [CB.EN.U4CCE23065]" userId="S::cb.en.u4cce23065@cb.students.amrita.edu::e1a087de-05c3-4366-8430-c4744e76b0e3" providerId="AD" clId="Web-{594EF83D-4666-6176-C97C-E5EBA5F567EC}" dt="2025-09-22T08:07:26.606" v="102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R.V.KUSHAL - [CB.EN.U4CCE23065]" userId="S::cb.en.u4cce23065@cb.students.amrita.edu::e1a087de-05c3-4366-8430-c4744e76b0e3" providerId="AD" clId="Web-{594EF83D-4666-6176-C97C-E5EBA5F567EC}" dt="2025-09-22T08:07:39.231" v="103" actId="1076"/>
          <ac:spMkLst>
            <pc:docMk/>
            <pc:sldMk cId="0" sldId="265"/>
            <ac:spMk id="3" creationId="{00000000-0000-0000-0000-000000000000}"/>
          </ac:spMkLst>
        </pc:spChg>
        <pc:spChg chg="mod">
          <ac:chgData name="R.V.KUSHAL - [CB.EN.U4CCE23065]" userId="S::cb.en.u4cce23065@cb.students.amrita.edu::e1a087de-05c3-4366-8430-c4744e76b0e3" providerId="AD" clId="Web-{594EF83D-4666-6176-C97C-E5EBA5F567EC}" dt="2025-09-22T08:09:29.122" v="113" actId="20577"/>
          <ac:spMkLst>
            <pc:docMk/>
            <pc:sldMk cId="0" sldId="265"/>
            <ac:spMk id="6" creationId="{00000000-0000-0000-0000-000000000000}"/>
          </ac:spMkLst>
        </pc:spChg>
        <pc:spChg chg="mod">
          <ac:chgData name="R.V.KUSHAL - [CB.EN.U4CCE23065]" userId="S::cb.en.u4cce23065@cb.students.amrita.edu::e1a087de-05c3-4366-8430-c4744e76b0e3" providerId="AD" clId="Web-{594EF83D-4666-6176-C97C-E5EBA5F567EC}" dt="2025-09-22T08:09:39.435" v="114" actId="1076"/>
          <ac:spMkLst>
            <pc:docMk/>
            <pc:sldMk cId="0" sldId="265"/>
            <ac:spMk id="7" creationId="{00000000-0000-0000-0000-000000000000}"/>
          </ac:spMkLst>
        </pc:spChg>
        <pc:spChg chg="mod">
          <ac:chgData name="R.V.KUSHAL - [CB.EN.U4CCE23065]" userId="S::cb.en.u4cce23065@cb.students.amrita.edu::e1a087de-05c3-4366-8430-c4744e76b0e3" providerId="AD" clId="Web-{594EF83D-4666-6176-C97C-E5EBA5F567EC}" dt="2025-09-22T08:09:46.794" v="116" actId="20577"/>
          <ac:spMkLst>
            <pc:docMk/>
            <pc:sldMk cId="0" sldId="265"/>
            <ac:spMk id="8" creationId="{00000000-0000-0000-0000-000000000000}"/>
          </ac:spMkLst>
        </pc:spChg>
        <pc:spChg chg="mod">
          <ac:chgData name="R.V.KUSHAL - [CB.EN.U4CCE23065]" userId="S::cb.en.u4cce23065@cb.students.amrita.edu::e1a087de-05c3-4366-8430-c4744e76b0e3" providerId="AD" clId="Web-{594EF83D-4666-6176-C97C-E5EBA5F567EC}" dt="2025-09-22T08:12:30.753" v="141" actId="20577"/>
          <ac:spMkLst>
            <pc:docMk/>
            <pc:sldMk cId="0" sldId="265"/>
            <ac:spMk id="9" creationId="{00000000-0000-0000-0000-000000000000}"/>
          </ac:spMkLst>
        </pc:spChg>
        <pc:spChg chg="mod">
          <ac:chgData name="R.V.KUSHAL - [CB.EN.U4CCE23065]" userId="S::cb.en.u4cce23065@cb.students.amrita.edu::e1a087de-05c3-4366-8430-c4744e76b0e3" providerId="AD" clId="Web-{594EF83D-4666-6176-C97C-E5EBA5F567EC}" dt="2025-09-22T08:11:25.672" v="127" actId="20577"/>
          <ac:spMkLst>
            <pc:docMk/>
            <pc:sldMk cId="0" sldId="265"/>
            <ac:spMk id="10" creationId="{00000000-0000-0000-0000-000000000000}"/>
          </ac:spMkLst>
        </pc:spChg>
        <pc:spChg chg="mod">
          <ac:chgData name="R.V.KUSHAL - [CB.EN.U4CCE23065]" userId="S::cb.en.u4cce23065@cb.students.amrita.edu::e1a087de-05c3-4366-8430-c4744e76b0e3" providerId="AD" clId="Web-{594EF83D-4666-6176-C97C-E5EBA5F567EC}" dt="2025-09-22T08:12:44.160" v="142" actId="20577"/>
          <ac:spMkLst>
            <pc:docMk/>
            <pc:sldMk cId="0" sldId="265"/>
            <ac:spMk id="15" creationId="{00000000-0000-0000-0000-000000000000}"/>
          </ac:spMkLst>
        </pc:spChg>
      </pc:sldChg>
      <pc:sldChg chg="ord">
        <pc:chgData name="R.V.KUSHAL - [CB.EN.U4CCE23065]" userId="S::cb.en.u4cce23065@cb.students.amrita.edu::e1a087de-05c3-4366-8430-c4744e76b0e3" providerId="AD" clId="Web-{594EF83D-4666-6176-C97C-E5EBA5F567EC}" dt="2025-09-22T08:03:16.338" v="1"/>
        <pc:sldMkLst>
          <pc:docMk/>
          <pc:sldMk cId="2824592940" sldId="268"/>
        </pc:sldMkLst>
      </pc:sldChg>
    </pc:docChg>
  </pc:docChgLst>
  <pc:docChgLst>
    <pc:chgData name="Guest User" userId="S::urn:spo:tenantanon#00f9cda3-075e-44e5-aa0b-aba3add6539f::" providerId="AD" clId="Web-{3898A2B5-BE9E-7261-2D37-CEA1F51A1C16}"/>
    <pc:docChg chg="modSld">
      <pc:chgData name="Guest User" userId="S::urn:spo:tenantanon#00f9cda3-075e-44e5-aa0b-aba3add6539f::" providerId="AD" clId="Web-{3898A2B5-BE9E-7261-2D37-CEA1F51A1C16}" dt="2025-09-22T06:37:48.482" v="4" actId="1076"/>
      <pc:docMkLst>
        <pc:docMk/>
      </pc:docMkLst>
      <pc:sldChg chg="modSp">
        <pc:chgData name="Guest User" userId="S::urn:spo:tenantanon#00f9cda3-075e-44e5-aa0b-aba3add6539f::" providerId="AD" clId="Web-{3898A2B5-BE9E-7261-2D37-CEA1F51A1C16}" dt="2025-09-22T06:37:48.482" v="4" actId="1076"/>
        <pc:sldMkLst>
          <pc:docMk/>
          <pc:sldMk cId="0" sldId="261"/>
        </pc:sldMkLst>
        <pc:picChg chg="mod modCrop">
          <ac:chgData name="Guest User" userId="S::urn:spo:tenantanon#00f9cda3-075e-44e5-aa0b-aba3add6539f::" providerId="AD" clId="Web-{3898A2B5-BE9E-7261-2D37-CEA1F51A1C16}" dt="2025-09-22T06:37:48.482" v="4" actId="1076"/>
          <ac:picMkLst>
            <pc:docMk/>
            <pc:sldMk cId="0" sldId="261"/>
            <ac:picMk id="13" creationId="{C9B16334-1D81-DC33-9AC7-B9F612996DB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6666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97CD6-4901-5784-2480-2C1712986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C63177-DBCA-DD58-37FE-AE2F217F2A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7DE3C1-ADF1-4F54-BFC0-D24F80F75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19D62-EF3F-0AE5-A030-A72C672C45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6736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658C9-8476-2D39-7671-E0393BCF0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DD075C-CC25-39EC-8F03-51BEE99400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B3DFEE-9606-9483-3A24-163EEED631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26814-B04B-A33F-1A01-1043CB3CAE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7136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EC3DF-6094-9E1A-2ACE-34F252040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56B03D-2AC6-C61A-43D9-18379BFED1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D45CC5-6B1C-1DB1-2127-0A5508EBE3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525E1-E48C-3ACB-DE62-08BBEF6AF1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0800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7FF23-EEF6-03E6-1835-EAC6FC03A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F41885-0332-E7C9-1C32-BE470658B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09F1FE-A11B-DAC1-1FEC-8512CE7303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97E9F-2567-0A68-7A86-0388BEF260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867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3723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Vital Monitoring Glove – Design &amp; Analysis</a:t>
            </a:r>
            <a:endParaRPr lang="en-US" sz="4450"/>
          </a:p>
        </p:txBody>
      </p:sp>
      <p:sp>
        <p:nvSpPr>
          <p:cNvPr id="4" name="Text 1"/>
          <p:cNvSpPr/>
          <p:nvPr/>
        </p:nvSpPr>
        <p:spPr>
          <a:xfrm>
            <a:off x="6280190" y="4394954"/>
            <a:ext cx="530066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Open Lab I – Review 2</a:t>
            </a:r>
            <a:endParaRPr lang="en-US" sz="3550"/>
          </a:p>
        </p:txBody>
      </p:sp>
      <p:sp>
        <p:nvSpPr>
          <p:cNvPr id="5" name="Text 2"/>
          <p:cNvSpPr/>
          <p:nvPr/>
        </p:nvSpPr>
        <p:spPr>
          <a:xfrm>
            <a:off x="6280190" y="5302090"/>
            <a:ext cx="7556421" cy="21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2000" b="1">
                <a:solidFill>
                  <a:srgbClr val="49495A"/>
                </a:solidFill>
                <a:latin typeface="Aptos Narrow" panose="020B0004020202020204" pitchFamily="34" charset="0"/>
                <a:ea typeface="Open Sans" pitchFamily="34" charset="-122"/>
                <a:cs typeface="Open Sans" pitchFamily="34" charset="-120"/>
              </a:rPr>
              <a:t>Presented by: </a:t>
            </a:r>
          </a:p>
          <a:p>
            <a:pPr marL="0" indent="0" algn="l">
              <a:lnSpc>
                <a:spcPts val="2250"/>
              </a:lnSpc>
              <a:buNone/>
            </a:pPr>
            <a:endParaRPr lang="en-US" sz="2000" b="1">
              <a:solidFill>
                <a:srgbClr val="49495A"/>
              </a:solidFill>
              <a:latin typeface="Aptos Narrow" panose="020B0004020202020204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r">
              <a:lnSpc>
                <a:spcPct val="150000"/>
              </a:lnSpc>
              <a:buNone/>
            </a:pPr>
            <a:r>
              <a:rPr lang="en-US" sz="2000" b="1">
                <a:solidFill>
                  <a:srgbClr val="49495A"/>
                </a:solidFill>
                <a:latin typeface="Aptos Narrow"/>
                <a:ea typeface="Open Sans"/>
                <a:cs typeface="Open Sans"/>
              </a:rPr>
              <a:t>Mugilan S </a:t>
            </a:r>
            <a:r>
              <a:rPr lang="en-US" sz="2000" b="1" err="1">
                <a:solidFill>
                  <a:srgbClr val="49495A"/>
                </a:solidFill>
                <a:latin typeface="Aptos Narrow"/>
                <a:ea typeface="Open Sans"/>
                <a:cs typeface="Open Sans"/>
              </a:rPr>
              <a:t>S</a:t>
            </a:r>
            <a:r>
              <a:rPr lang="en-US" sz="2000" b="1">
                <a:solidFill>
                  <a:srgbClr val="49495A"/>
                </a:solidFill>
                <a:latin typeface="Aptos Narrow"/>
                <a:ea typeface="Open Sans"/>
                <a:cs typeface="Open Sans"/>
              </a:rPr>
              <a:t> – [CB.EN.U4CCE23026]</a:t>
            </a:r>
          </a:p>
          <a:p>
            <a:pPr algn="r">
              <a:lnSpc>
                <a:spcPct val="150000"/>
              </a:lnSpc>
            </a:pPr>
            <a:r>
              <a:rPr lang="en-US" sz="2000" b="1" err="1">
                <a:solidFill>
                  <a:srgbClr val="49495A"/>
                </a:solidFill>
                <a:latin typeface="Aptos Narrow"/>
                <a:ea typeface="Open Sans"/>
                <a:cs typeface="Open Sans"/>
              </a:rPr>
              <a:t>Veankata</a:t>
            </a:r>
            <a:r>
              <a:rPr lang="en-US" sz="2000" b="1">
                <a:solidFill>
                  <a:srgbClr val="49495A"/>
                </a:solidFill>
                <a:latin typeface="Aptos Narrow"/>
                <a:ea typeface="Open Sans"/>
                <a:cs typeface="Open Sans"/>
              </a:rPr>
              <a:t> Krishnan S M– [CB.EN.U4CCE23042]</a:t>
            </a:r>
            <a:endParaRPr lang="en-US" sz="2000" b="1">
              <a:latin typeface="Aptos Narrow"/>
              <a:ea typeface="Open Sans"/>
              <a:cs typeface="Open Sans"/>
            </a:endParaRPr>
          </a:p>
          <a:p>
            <a:pPr algn="r">
              <a:lnSpc>
                <a:spcPct val="150000"/>
              </a:lnSpc>
            </a:pPr>
            <a:r>
              <a:rPr lang="en-US" sz="2000" b="1">
                <a:solidFill>
                  <a:srgbClr val="49495A"/>
                </a:solidFill>
                <a:latin typeface="Aptos Narrow"/>
                <a:ea typeface="Open Sans"/>
                <a:cs typeface="Open Sans"/>
              </a:rPr>
              <a:t>Kushal R V– [CB.EN.U4CCE23065]</a:t>
            </a:r>
            <a:endParaRPr lang="en-US" sz="2000" b="1">
              <a:latin typeface="Aptos Narrow"/>
              <a:ea typeface="Open Sans"/>
              <a:cs typeface="Open Sans"/>
            </a:endParaRPr>
          </a:p>
          <a:p>
            <a:pPr marL="0" indent="0" algn="l">
              <a:lnSpc>
                <a:spcPts val="2250"/>
              </a:lnSpc>
              <a:buNone/>
            </a:pPr>
            <a:endParaRPr lang="en-US" sz="1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2C85CF-A24E-E031-76B8-41008017D538}"/>
              </a:ext>
            </a:extLst>
          </p:cNvPr>
          <p:cNvSpPr/>
          <p:nvPr/>
        </p:nvSpPr>
        <p:spPr>
          <a:xfrm>
            <a:off x="12706350" y="7677150"/>
            <a:ext cx="1913612" cy="554538"/>
          </a:xfrm>
          <a:prstGeom prst="rect">
            <a:avLst/>
          </a:prstGeom>
          <a:solidFill>
            <a:srgbClr val="FBFAFF"/>
          </a:solidFill>
          <a:ln>
            <a:solidFill>
              <a:srgbClr val="FBF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5024"/>
            <a:ext cx="102237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>
                <a:solidFill>
                  <a:srgbClr val="7030A0"/>
                </a:solidFill>
                <a:latin typeface="Libre Baskerville"/>
                <a:ea typeface="Libre Baskerville" pitchFamily="34" charset="-122"/>
                <a:cs typeface="Libre Baskerville" pitchFamily="34" charset="-120"/>
              </a:rPr>
              <a:t>Core Objectives</a:t>
            </a:r>
            <a:endParaRPr lang="en-US" sz="4450">
              <a:solidFill>
                <a:srgbClr val="7030A0"/>
              </a:solidFill>
              <a:latin typeface="Libre Baskerville"/>
              <a:ea typeface="Calibri"/>
              <a:cs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307431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2307431"/>
            <a:ext cx="121920" cy="20937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2524" y="2564725"/>
            <a:ext cx="39252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Real-time Vital Monitoring</a:t>
            </a:r>
            <a:endParaRPr lang="en-US" sz="2200"/>
          </a:p>
        </p:txBody>
      </p:sp>
      <p:sp>
        <p:nvSpPr>
          <p:cNvPr id="6" name="Text 3"/>
          <p:cNvSpPr/>
          <p:nvPr/>
        </p:nvSpPr>
        <p:spPr>
          <a:xfrm>
            <a:off x="1142524" y="3055144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Utilize an array of integrated sensors to accurately measure critical vital signs such as heart rate, body temperature, and blood oxygen saturation.</a:t>
            </a:r>
            <a:endParaRPr lang="en-US" sz="1750"/>
          </a:p>
        </p:txBody>
      </p:sp>
      <p:sp>
        <p:nvSpPr>
          <p:cNvPr id="7" name="Shape 4"/>
          <p:cNvSpPr/>
          <p:nvPr/>
        </p:nvSpPr>
        <p:spPr>
          <a:xfrm>
            <a:off x="7428548" y="2307431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67" y="2307431"/>
            <a:ext cx="121920" cy="20937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7282" y="2564725"/>
            <a:ext cx="32607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IoT Data Transmission</a:t>
            </a:r>
            <a:endParaRPr lang="en-US" sz="2200"/>
          </a:p>
        </p:txBody>
      </p:sp>
      <p:sp>
        <p:nvSpPr>
          <p:cNvPr id="10" name="Text 6"/>
          <p:cNvSpPr/>
          <p:nvPr/>
        </p:nvSpPr>
        <p:spPr>
          <a:xfrm>
            <a:off x="7777282" y="3055144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Transmit collected sensor data wirelessly via an ESP32 microcontroller to a cloud-based platform, specifically ThingSpeak, for storage and analysis.</a:t>
            </a:r>
            <a:endParaRPr lang="en-US" sz="1750"/>
          </a:p>
        </p:txBody>
      </p:sp>
      <p:sp>
        <p:nvSpPr>
          <p:cNvPr id="11" name="Shape 7"/>
          <p:cNvSpPr/>
          <p:nvPr/>
        </p:nvSpPr>
        <p:spPr>
          <a:xfrm>
            <a:off x="793790" y="4627959"/>
            <a:ext cx="6407944" cy="2456617"/>
          </a:xfrm>
          <a:prstGeom prst="roundRect">
            <a:avLst>
              <a:gd name="adj" fmla="val 5956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10" y="4627959"/>
            <a:ext cx="121920" cy="245661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2524" y="4885253"/>
            <a:ext cx="42080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Visualization &amp; Analysis</a:t>
            </a:r>
            <a:endParaRPr lang="en-US" sz="2200"/>
          </a:p>
        </p:txBody>
      </p:sp>
      <p:sp>
        <p:nvSpPr>
          <p:cNvPr id="14" name="Text 9"/>
          <p:cNvSpPr/>
          <p:nvPr/>
        </p:nvSpPr>
        <p:spPr>
          <a:xfrm>
            <a:off x="1142524" y="5375672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Present the transmitted vital sign data through intuitive graphical plots on the ThingSpeak dashboard, enabling immediate visual interpretation.</a:t>
            </a:r>
            <a:endParaRPr lang="en-US" sz="1750"/>
          </a:p>
        </p:txBody>
      </p:sp>
      <p:sp>
        <p:nvSpPr>
          <p:cNvPr id="15" name="Shape 10"/>
          <p:cNvSpPr/>
          <p:nvPr/>
        </p:nvSpPr>
        <p:spPr>
          <a:xfrm>
            <a:off x="7428548" y="4627959"/>
            <a:ext cx="6408063" cy="2456617"/>
          </a:xfrm>
          <a:prstGeom prst="roundRect">
            <a:avLst>
              <a:gd name="adj" fmla="val 5956"/>
            </a:avLst>
          </a:prstGeom>
          <a:solidFill>
            <a:srgbClr val="FBFAFF"/>
          </a:solidFill>
          <a:ln w="30480">
            <a:solidFill>
              <a:srgbClr val="D0CED9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8067" y="4627959"/>
            <a:ext cx="121920" cy="245661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7282" y="4885253"/>
            <a:ext cx="45646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Simulation &amp; Design Validation</a:t>
            </a:r>
            <a:endParaRPr lang="en-US" sz="2200"/>
          </a:p>
        </p:txBody>
      </p:sp>
      <p:sp>
        <p:nvSpPr>
          <p:cNvPr id="18" name="Text 12"/>
          <p:cNvSpPr/>
          <p:nvPr/>
        </p:nvSpPr>
        <p:spPr>
          <a:xfrm>
            <a:off x="7777282" y="5375672"/>
            <a:ext cx="58020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Currently, the system's functionality is validated through comprehensive simulation on Wokwi, alongside the completion of the Printed Circuit Board (PCB) layout design.</a:t>
            </a:r>
            <a:endParaRPr lang="en-US" sz="17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3494AD-432D-5745-72A5-4739CA30110C}"/>
              </a:ext>
            </a:extLst>
          </p:cNvPr>
          <p:cNvSpPr/>
          <p:nvPr/>
        </p:nvSpPr>
        <p:spPr>
          <a:xfrm>
            <a:off x="12706350" y="7677150"/>
            <a:ext cx="1913612" cy="554538"/>
          </a:xfrm>
          <a:prstGeom prst="rect">
            <a:avLst/>
          </a:prstGeom>
          <a:solidFill>
            <a:srgbClr val="FBFAFF"/>
          </a:solidFill>
          <a:ln>
            <a:solidFill>
              <a:srgbClr val="FBF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8056" y="501253"/>
            <a:ext cx="10144244" cy="569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>
                <a:solidFill>
                  <a:srgbClr val="403CCF"/>
                </a:solidFill>
                <a:latin typeface="Libre Baskerville"/>
                <a:ea typeface="Libre Baskerville" pitchFamily="34" charset="-122"/>
                <a:cs typeface="Libre Baskerville" pitchFamily="34" charset="-120"/>
              </a:rPr>
              <a:t>System Overview:</a:t>
            </a:r>
            <a:endParaRPr lang="en-US" sz="3550">
              <a:latin typeface="Libre Baskerville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C987D1-627A-68B8-94D4-C782AF557F20}"/>
              </a:ext>
            </a:extLst>
          </p:cNvPr>
          <p:cNvSpPr/>
          <p:nvPr/>
        </p:nvSpPr>
        <p:spPr>
          <a:xfrm>
            <a:off x="12706350" y="7677150"/>
            <a:ext cx="1913612" cy="554538"/>
          </a:xfrm>
          <a:prstGeom prst="rect">
            <a:avLst/>
          </a:prstGeom>
          <a:solidFill>
            <a:srgbClr val="FBFAFF"/>
          </a:solidFill>
          <a:ln>
            <a:solidFill>
              <a:srgbClr val="FBF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diagram of a device&#10;&#10;AI-generated content may be incorrect.">
            <a:extLst>
              <a:ext uri="{FF2B5EF4-FFF2-40B4-BE49-F238E27FC236}">
                <a16:creationId xmlns:a16="http://schemas.microsoft.com/office/drawing/2014/main" id="{FB97B0D6-7284-7BCE-28CC-59D7A422E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573" y="1749245"/>
            <a:ext cx="6361090" cy="5375051"/>
          </a:xfrm>
          <a:prstGeom prst="rect">
            <a:avLst/>
          </a:prstGeom>
        </p:spPr>
      </p:pic>
      <p:pic>
        <p:nvPicPr>
          <p:cNvPr id="14" name="Picture 13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231C8019-066B-D630-0FF3-45159D7E18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3427" y="501739"/>
            <a:ext cx="5931928" cy="72776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094A0-A5B7-475F-C83A-FCF079A2E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E46A4E6-067D-1844-8CFC-C8E2B06F3E52}"/>
              </a:ext>
            </a:extLst>
          </p:cNvPr>
          <p:cNvSpPr/>
          <p:nvPr/>
        </p:nvSpPr>
        <p:spPr>
          <a:xfrm>
            <a:off x="702468" y="365929"/>
            <a:ext cx="7715012" cy="672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Hardware Components :</a:t>
            </a:r>
            <a:endParaRPr lang="en-US" sz="4200"/>
          </a:p>
        </p:txBody>
      </p:sp>
      <p:sp>
        <p:nvSpPr>
          <p:cNvPr id="53" name="Rectangle 1">
            <a:extLst>
              <a:ext uri="{FF2B5EF4-FFF2-40B4-BE49-F238E27FC236}">
                <a16:creationId xmlns:a16="http://schemas.microsoft.com/office/drawing/2014/main" id="{D1B76B34-3AC2-9364-B966-B42644D0D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469" y="1044991"/>
            <a:ext cx="6612731" cy="701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b="1" i="0" u="none" strike="noStrike" cap="none" normalizeH="0" baseline="0">
              <a:ln>
                <a:noFill/>
              </a:ln>
              <a:solidFill>
                <a:schemeClr val="accent1"/>
              </a:solidFill>
              <a:effectLst/>
              <a:latin typeface="Open Sans"/>
              <a:ea typeface="Open Sans"/>
              <a:cs typeface="Open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accent1"/>
                </a:solidFill>
                <a:effectLst/>
                <a:latin typeface="Open Sans"/>
                <a:ea typeface="Open Sans"/>
                <a:cs typeface="Open Sans"/>
              </a:rPr>
              <a:t>ESP32 Development Board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accent1"/>
              </a:solidFill>
              <a:effectLst/>
              <a:latin typeface="Open Sans"/>
              <a:ea typeface="Open Sans"/>
              <a:cs typeface="Open San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/>
                <a:ea typeface="Open Sans"/>
                <a:cs typeface="Open Sans"/>
              </a:rPr>
              <a:t>Specification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/>
                <a:ea typeface="Open Sans"/>
                <a:cs typeface="Open Sans"/>
              </a:rPr>
              <a:t>: Wi-Fi + BLE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/>
                <a:ea typeface="Open Sans"/>
                <a:cs typeface="Open Sans"/>
              </a:rPr>
              <a:t>Functionality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/>
                <a:ea typeface="Open Sans"/>
                <a:cs typeface="Open Sans"/>
              </a:rPr>
              <a:t>: Central unit for orchestrating data collection, processing, and communication.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Open Sans"/>
              <a:ea typeface="Open Sans"/>
              <a:cs typeface="Open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accent1"/>
                </a:solidFill>
                <a:effectLst/>
                <a:latin typeface="Open Sans"/>
                <a:ea typeface="Open Sans"/>
                <a:cs typeface="Open Sans"/>
              </a:rPr>
              <a:t>GPS Module (NEO-6M)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accent1"/>
              </a:solidFill>
              <a:effectLst/>
              <a:latin typeface="Open Sans"/>
              <a:ea typeface="Open Sans"/>
              <a:cs typeface="Open San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/>
                <a:ea typeface="Open Sans"/>
                <a:cs typeface="Open Sans"/>
              </a:rPr>
              <a:t>Specification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/>
                <a:ea typeface="Open Sans"/>
                <a:cs typeface="Open Sans"/>
              </a:rPr>
              <a:t>: GPS Tracking Module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/>
                <a:ea typeface="Open Sans"/>
                <a:cs typeface="Open Sans"/>
              </a:rPr>
              <a:t>Functionality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/>
                <a:ea typeface="Open Sans"/>
                <a:cs typeface="Open Sans"/>
              </a:rPr>
              <a:t>: Provides real-time latitude, longitude, and altitude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Open Sans"/>
              <a:ea typeface="Open Sans"/>
              <a:cs typeface="Open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accent1"/>
                </a:solidFill>
                <a:effectLst/>
                <a:latin typeface="Open Sans"/>
                <a:ea typeface="Open Sans"/>
                <a:cs typeface="Open Sans"/>
              </a:rPr>
              <a:t>GSM Module (SIM800L / SIM900A)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accent1"/>
              </a:solidFill>
              <a:effectLst/>
              <a:latin typeface="Open Sans"/>
              <a:ea typeface="Open Sans"/>
              <a:cs typeface="Open San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/>
                <a:ea typeface="Open Sans"/>
                <a:cs typeface="Open Sans"/>
              </a:rPr>
              <a:t>Specification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/>
                <a:ea typeface="Open Sans"/>
                <a:cs typeface="Open Sans"/>
              </a:rPr>
              <a:t>: Cellular Communication (2G/3G/4G capable)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/>
                <a:ea typeface="Open Sans"/>
                <a:cs typeface="Open Sans"/>
              </a:rPr>
              <a:t>Functionality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/>
                <a:ea typeface="Open Sans"/>
                <a:cs typeface="Open Sans"/>
              </a:rPr>
              <a:t>: Enables wide-area data connectivity.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Open Sans"/>
              <a:ea typeface="Open Sans"/>
              <a:cs typeface="Open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accent1"/>
                </a:solidFill>
                <a:effectLst/>
                <a:latin typeface="Open Sans"/>
                <a:ea typeface="Open Sans"/>
                <a:cs typeface="Open Sans"/>
              </a:rPr>
              <a:t>MAX30102 Sensor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accent1"/>
              </a:solidFill>
              <a:effectLst/>
              <a:latin typeface="Open Sans"/>
              <a:ea typeface="Open Sans"/>
              <a:cs typeface="Open San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/>
                <a:ea typeface="Open Sans"/>
                <a:cs typeface="Open Sans"/>
              </a:rPr>
              <a:t>Specification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/>
                <a:ea typeface="Open Sans"/>
                <a:cs typeface="Open Sans"/>
              </a:rPr>
              <a:t>: Pulse Oximetry &amp; Heart Rate Monitor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/>
                <a:ea typeface="Open Sans"/>
                <a:cs typeface="Open Sans"/>
              </a:rPr>
              <a:t>Functionality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/>
                <a:ea typeface="Open Sans"/>
                <a:cs typeface="Open Sans"/>
              </a:rPr>
              <a:t>: Measures heart rate and SpO₂ using PPG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accent1"/>
                </a:solidFill>
                <a:effectLst/>
                <a:latin typeface="Open Sans"/>
                <a:ea typeface="Open Sans"/>
                <a:cs typeface="Open Sans"/>
              </a:rPr>
              <a:t>(Photoplethysmography).</a:t>
            </a:r>
            <a:endParaRPr lang="en-US" altLang="en-US" sz="1800" b="0" i="0" u="none" strike="noStrike" cap="none" normalizeH="0" baseline="0">
              <a:ln>
                <a:noFill/>
              </a:ln>
              <a:solidFill>
                <a:schemeClr val="accent1"/>
              </a:solidFill>
              <a:effectLst/>
              <a:latin typeface="Open Sans"/>
              <a:ea typeface="Open Sans"/>
              <a:cs typeface="Open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b="0" i="0" u="none" strike="noStrike" cap="none" normalizeH="0" baseline="0">
              <a:ln>
                <a:noFill/>
              </a:ln>
              <a:solidFill>
                <a:schemeClr val="accent1"/>
              </a:solidFill>
              <a:effectLst/>
              <a:latin typeface="Open Sans"/>
              <a:ea typeface="Open Sans"/>
              <a:cs typeface="Open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accent1"/>
                </a:solidFill>
                <a:effectLst/>
                <a:latin typeface="Open Sans"/>
                <a:ea typeface="Open Sans"/>
                <a:cs typeface="Open Sans"/>
              </a:rPr>
              <a:t>DS18B20 Temperature Sensor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accent1"/>
              </a:solidFill>
              <a:effectLst/>
              <a:latin typeface="Open Sans"/>
              <a:ea typeface="Open Sans"/>
              <a:cs typeface="Open San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/>
                <a:ea typeface="Open Sans"/>
                <a:cs typeface="Open Sans"/>
              </a:rPr>
              <a:t>Specification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/>
                <a:ea typeface="Open Sans"/>
                <a:cs typeface="Open Sans"/>
              </a:rPr>
              <a:t>: Digital Temperature Sensor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1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/>
                <a:ea typeface="Open Sans"/>
                <a:cs typeface="Open Sans"/>
              </a:rPr>
              <a:t>Functionality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Open Sans"/>
                <a:ea typeface="Open Sans"/>
                <a:cs typeface="Open Sans"/>
              </a:rPr>
              <a:t>: Provides precise temperature readings via 1-Wire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Open Sans"/>
              <a:ea typeface="Open Sans"/>
              <a:cs typeface="Open San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018336F-DBEB-83E2-6836-BC50842BD43E}"/>
              </a:ext>
            </a:extLst>
          </p:cNvPr>
          <p:cNvSpPr txBox="1"/>
          <p:nvPr/>
        </p:nvSpPr>
        <p:spPr>
          <a:xfrm>
            <a:off x="7315200" y="1257573"/>
            <a:ext cx="7115175" cy="67403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accent1"/>
                </a:solidFill>
                <a:latin typeface="Open Sans"/>
                <a:ea typeface="Open Sans"/>
                <a:cs typeface="Open Sans"/>
              </a:rPr>
              <a:t>MPU6050</a:t>
            </a:r>
            <a:endParaRPr lang="en-US" altLang="en-US">
              <a:solidFill>
                <a:schemeClr val="accent1"/>
              </a:solidFill>
              <a:latin typeface="Open Sans"/>
              <a:ea typeface="Open Sans"/>
              <a:cs typeface="Open Sans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i="1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rPr>
              <a:t>Specification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rPr>
              <a:t>: 6-axis IMU (Accelerometer + Gyroscope)</a:t>
            </a:r>
          </a:p>
          <a:p>
            <a:pPr marL="285750" lvl="0" indent="-2857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i="1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rPr>
              <a:t>Functionality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rPr>
              <a:t>: Detects movement, orientation, and fall detection.</a:t>
            </a:r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Open Sans"/>
              <a:ea typeface="Open Sans"/>
              <a:cs typeface="Open Sans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  <a:latin typeface="Open Sans"/>
              <a:ea typeface="Open Sans"/>
              <a:cs typeface="Open San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accent1"/>
                </a:solidFill>
                <a:latin typeface="Open Sans"/>
                <a:ea typeface="Open Sans"/>
                <a:cs typeface="Open Sans"/>
              </a:rPr>
              <a:t>OLED Display (0.96” I²C 128×64)</a:t>
            </a:r>
            <a:endParaRPr lang="en-US" altLang="en-US">
              <a:solidFill>
                <a:schemeClr val="accent1"/>
              </a:solidFill>
              <a:latin typeface="Open Sans"/>
              <a:ea typeface="Open Sans"/>
              <a:cs typeface="Open Sans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i="1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rPr>
              <a:t>Specification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rPr>
              <a:t>: Compact OLED Module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i="1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rPr>
              <a:t>Functionality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rPr>
              <a:t>: Displays health metrics (pulse, </a:t>
            </a:r>
            <a:r>
              <a:rPr lang="en-US" altLang="en-US" err="1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rPr>
              <a:t>SpO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rPr>
              <a:t>₂) directly.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>
              <a:solidFill>
                <a:schemeClr val="accent1"/>
              </a:solidFill>
              <a:latin typeface="Open Sans"/>
              <a:ea typeface="Open Sans"/>
              <a:cs typeface="Open San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accent1"/>
                </a:solidFill>
                <a:latin typeface="Open Sans"/>
                <a:ea typeface="Open Sans"/>
                <a:cs typeface="Open Sans"/>
              </a:rPr>
              <a:t>Li-Po Battery (3.7V 1000–1500mAh)</a:t>
            </a:r>
            <a:endParaRPr lang="en-US" altLang="en-US">
              <a:solidFill>
                <a:schemeClr val="accent1"/>
              </a:solidFill>
              <a:latin typeface="Open Sans"/>
              <a:ea typeface="Open Sans"/>
              <a:cs typeface="Open Sans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i="1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rPr>
              <a:t>Specification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rPr>
              <a:t>: Rechargeable Li-Po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i="1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rPr>
              <a:t>Functionality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rPr>
              <a:t>: Powers the system, managed by TP4056 charging module.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  <a:latin typeface="Open Sans"/>
              <a:ea typeface="Open Sans"/>
              <a:cs typeface="Open San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accent1"/>
                </a:solidFill>
                <a:latin typeface="Open Sans"/>
                <a:ea typeface="Open Sans"/>
                <a:cs typeface="Open Sans"/>
              </a:rPr>
              <a:t>Glove Base + Mounting Material</a:t>
            </a:r>
            <a:endParaRPr lang="en-US" altLang="en-US">
              <a:solidFill>
                <a:schemeClr val="accent1"/>
              </a:solidFill>
              <a:latin typeface="Open Sans"/>
              <a:ea typeface="Open Sans"/>
              <a:cs typeface="Open Sans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i="1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rPr>
              <a:t>Specification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rPr>
              <a:t>: Textile glove, Velcro, tape, casing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i="1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rPr>
              <a:t>Functionality</a:t>
            </a:r>
            <a:r>
              <a:rPr lang="en-US" altLang="en-US">
                <a:solidFill>
                  <a:schemeClr val="tx1">
                    <a:lumMod val="65000"/>
                    <a:lumOff val="35000"/>
                  </a:schemeClr>
                </a:solidFill>
                <a:latin typeface="Open Sans"/>
                <a:ea typeface="Open Sans"/>
                <a:cs typeface="Open Sans"/>
              </a:rPr>
              <a:t>: Provides ergonomic integration and houses all components.</a:t>
            </a: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  <a:latin typeface="Open Sans"/>
              <a:ea typeface="Open Sans"/>
              <a:cs typeface="Open Sans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  <a:latin typeface="Open Sans"/>
              <a:ea typeface="Open Sans"/>
              <a:cs typeface="Open Sans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  <a:latin typeface="Open Sans"/>
              <a:ea typeface="Open Sans"/>
              <a:cs typeface="Open Sans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  <a:latin typeface="Open Sans"/>
              <a:ea typeface="Open Sans"/>
              <a:cs typeface="Open Sans"/>
            </a:endParaRP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>
              <a:solidFill>
                <a:schemeClr val="tx1">
                  <a:lumMod val="65000"/>
                  <a:lumOff val="35000"/>
                </a:schemeClr>
              </a:solidFill>
              <a:latin typeface="Open Sans"/>
              <a:ea typeface="Open Sans"/>
              <a:cs typeface="Open Sans"/>
            </a:endParaRPr>
          </a:p>
          <a:p>
            <a:endParaRPr lang="en-IN">
              <a:solidFill>
                <a:schemeClr val="tx1">
                  <a:lumMod val="65000"/>
                  <a:lumOff val="35000"/>
                </a:schemeClr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7B78A2-750B-C636-4DE5-D14C26E7934F}"/>
              </a:ext>
            </a:extLst>
          </p:cNvPr>
          <p:cNvSpPr/>
          <p:nvPr/>
        </p:nvSpPr>
        <p:spPr>
          <a:xfrm>
            <a:off x="12706350" y="7677150"/>
            <a:ext cx="1913612" cy="554538"/>
          </a:xfrm>
          <a:prstGeom prst="rect">
            <a:avLst/>
          </a:prstGeom>
          <a:solidFill>
            <a:srgbClr val="FBFAFF"/>
          </a:solidFill>
          <a:ln>
            <a:solidFill>
              <a:srgbClr val="FBF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01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298" y="314679"/>
            <a:ext cx="10555942" cy="1597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50"/>
              </a:lnSpc>
            </a:pPr>
            <a:r>
              <a:rPr lang="en-US" sz="4000" dirty="0">
                <a:solidFill>
                  <a:srgbClr val="403CCF"/>
                </a:solidFill>
                <a:latin typeface="Libre Baskerville"/>
                <a:ea typeface="+mn-lt"/>
                <a:cs typeface="+mn-lt"/>
              </a:rPr>
              <a:t>Schematic Diagram &amp; Interconnection :</a:t>
            </a:r>
            <a:endParaRPr lang="en-US" sz="4000">
              <a:solidFill>
                <a:srgbClr val="403CCF"/>
              </a:solidFill>
              <a:latin typeface="Libre Baskerville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4A7110-A27C-DF74-03EF-2CE314ECE80F}"/>
              </a:ext>
            </a:extLst>
          </p:cNvPr>
          <p:cNvSpPr/>
          <p:nvPr/>
        </p:nvSpPr>
        <p:spPr>
          <a:xfrm>
            <a:off x="12706350" y="7677150"/>
            <a:ext cx="1913612" cy="554538"/>
          </a:xfrm>
          <a:prstGeom prst="rect">
            <a:avLst/>
          </a:prstGeom>
          <a:solidFill>
            <a:srgbClr val="FBFAFF"/>
          </a:solidFill>
          <a:ln>
            <a:solidFill>
              <a:srgbClr val="FBF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9B16334-1D81-DC33-9AC7-B9F612996D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39" t="5068" r="10014" b="16179"/>
          <a:stretch>
            <a:fillRect/>
          </a:stretch>
        </p:blipFill>
        <p:spPr>
          <a:xfrm>
            <a:off x="2129122" y="827565"/>
            <a:ext cx="10568865" cy="73920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3427" y="591979"/>
            <a:ext cx="7715012" cy="672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Simulation Setup on Wokwi</a:t>
            </a:r>
            <a:endParaRPr lang="en-US" sz="4200"/>
          </a:p>
        </p:txBody>
      </p:sp>
      <p:sp>
        <p:nvSpPr>
          <p:cNvPr id="3" name="Text 1"/>
          <p:cNvSpPr/>
          <p:nvPr/>
        </p:nvSpPr>
        <p:spPr>
          <a:xfrm>
            <a:off x="753427" y="1781294"/>
            <a:ext cx="7702689" cy="4700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b="1" dirty="0">
                <a:solidFill>
                  <a:srgbClr val="49495A"/>
                </a:solidFill>
                <a:latin typeface="Open Sans"/>
                <a:ea typeface="+mn-lt"/>
                <a:cs typeface="+mn-lt"/>
              </a:rPr>
              <a:t>Simulation Platform</a:t>
            </a:r>
            <a:r>
              <a:rPr lang="en-US" dirty="0">
                <a:solidFill>
                  <a:srgbClr val="49495A"/>
                </a:solidFill>
                <a:latin typeface="Open Sans"/>
                <a:ea typeface="+mn-lt"/>
                <a:cs typeface="+mn-lt"/>
              </a:rPr>
              <a:t>: </a:t>
            </a:r>
            <a:r>
              <a:rPr lang="en-US" dirty="0" err="1">
                <a:solidFill>
                  <a:srgbClr val="49495A"/>
                </a:solidFill>
                <a:latin typeface="Open Sans"/>
                <a:ea typeface="+mn-lt"/>
                <a:cs typeface="+mn-lt"/>
              </a:rPr>
              <a:t>Wokwi</a:t>
            </a:r>
            <a:endParaRPr lang="en-US" dirty="0">
              <a:latin typeface="Open Sans"/>
              <a:ea typeface="Open Sans"/>
              <a:cs typeface="Open Sans"/>
            </a:endParaRPr>
          </a:p>
          <a:p>
            <a:pPr marL="285750" indent="-285750">
              <a:buFont typeface="Wingdings"/>
              <a:buChar char="q"/>
            </a:pPr>
            <a:endParaRPr lang="en-US">
              <a:solidFill>
                <a:srgbClr val="49495A"/>
              </a:solidFill>
              <a:latin typeface="Open Sans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49495A"/>
                </a:solidFill>
                <a:latin typeface="Open Sans"/>
                <a:ea typeface="+mn-lt"/>
                <a:cs typeface="+mn-lt"/>
              </a:rPr>
              <a:t>Sensors Used</a:t>
            </a:r>
            <a:r>
              <a:rPr lang="en-US" dirty="0">
                <a:solidFill>
                  <a:srgbClr val="49495A"/>
                </a:solidFill>
                <a:latin typeface="Open Sans"/>
                <a:ea typeface="+mn-lt"/>
                <a:cs typeface="+mn-lt"/>
              </a:rPr>
              <a:t>:</a:t>
            </a:r>
            <a:endParaRPr lang="en-US" dirty="0">
              <a:latin typeface="Open Sans"/>
              <a:ea typeface="Open Sans"/>
              <a:cs typeface="Open Sans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b="1" dirty="0">
                <a:solidFill>
                  <a:srgbClr val="49495A"/>
                </a:solidFill>
                <a:latin typeface="Open Sans"/>
                <a:ea typeface="+mn-lt"/>
                <a:cs typeface="+mn-lt"/>
              </a:rPr>
              <a:t>DS18B20</a:t>
            </a:r>
            <a:r>
              <a:rPr lang="en-US" dirty="0">
                <a:solidFill>
                  <a:srgbClr val="49495A"/>
                </a:solidFill>
                <a:latin typeface="Open Sans"/>
                <a:ea typeface="+mn-lt"/>
                <a:cs typeface="+mn-lt"/>
              </a:rPr>
              <a:t> – Temperature monitoring</a:t>
            </a:r>
            <a:endParaRPr lang="en-US" dirty="0">
              <a:latin typeface="Open Sans"/>
              <a:ea typeface="Open Sans"/>
              <a:cs typeface="Open Sans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en-US" b="1" dirty="0">
                <a:solidFill>
                  <a:srgbClr val="49495A"/>
                </a:solidFill>
                <a:latin typeface="Open Sans"/>
                <a:ea typeface="+mn-lt"/>
                <a:cs typeface="+mn-lt"/>
              </a:rPr>
              <a:t>MPU6050</a:t>
            </a:r>
            <a:r>
              <a:rPr lang="en-US" dirty="0">
                <a:solidFill>
                  <a:srgbClr val="49495A"/>
                </a:solidFill>
                <a:latin typeface="Open Sans"/>
                <a:ea typeface="+mn-lt"/>
                <a:cs typeface="+mn-lt"/>
              </a:rPr>
              <a:t> – Motion/acceleration detection</a:t>
            </a:r>
            <a:endParaRPr lang="en-US" dirty="0">
              <a:latin typeface="Open Sans"/>
              <a:ea typeface="Open Sans"/>
              <a:cs typeface="Open Sans"/>
            </a:endParaRPr>
          </a:p>
          <a:p>
            <a:pPr marL="285750" indent="-285750">
              <a:buFont typeface="Wingdings"/>
              <a:buChar char="q"/>
            </a:pPr>
            <a:endParaRPr lang="en-US" b="1">
              <a:solidFill>
                <a:srgbClr val="49495A"/>
              </a:solidFill>
              <a:latin typeface="Open Sans"/>
              <a:ea typeface="+mn-lt"/>
              <a:cs typeface="+mn-lt"/>
            </a:endParaRPr>
          </a:p>
          <a:p>
            <a:r>
              <a:rPr lang="en-US" b="1" dirty="0">
                <a:solidFill>
                  <a:srgbClr val="49495A"/>
                </a:solidFill>
                <a:latin typeface="Open Sans"/>
                <a:ea typeface="+mn-lt"/>
                <a:cs typeface="+mn-lt"/>
              </a:rPr>
              <a:t>Process Flow</a:t>
            </a:r>
            <a:r>
              <a:rPr lang="en-US" dirty="0">
                <a:solidFill>
                  <a:srgbClr val="49495A"/>
                </a:solidFill>
                <a:latin typeface="Open Sans"/>
                <a:ea typeface="+mn-lt"/>
                <a:cs typeface="+mn-lt"/>
              </a:rPr>
              <a:t>:</a:t>
            </a:r>
            <a:endParaRPr lang="en-US" dirty="0">
              <a:latin typeface="Open Sans"/>
              <a:ea typeface="Open Sans"/>
              <a:cs typeface="Open Sans"/>
            </a:endParaRPr>
          </a:p>
          <a:p>
            <a:endParaRPr lang="en-US" dirty="0">
              <a:solidFill>
                <a:srgbClr val="49495A"/>
              </a:solidFill>
              <a:latin typeface="Open Sans"/>
              <a:ea typeface="+mn-lt"/>
              <a:cs typeface="+mn-lt"/>
            </a:endParaRPr>
          </a:p>
          <a:p>
            <a:pPr marL="285750" indent="-285750">
              <a:buFont typeface="Wingdings"/>
              <a:buChar char="q"/>
            </a:pPr>
            <a:r>
              <a:rPr lang="en-US" dirty="0">
                <a:solidFill>
                  <a:srgbClr val="49495A"/>
                </a:solidFill>
                <a:latin typeface="Open Sans"/>
                <a:ea typeface="+mn-lt"/>
                <a:cs typeface="+mn-lt"/>
              </a:rPr>
              <a:t>Sensors collect vital data.</a:t>
            </a:r>
            <a:endParaRPr lang="en-US" dirty="0">
              <a:latin typeface="Open Sans"/>
              <a:ea typeface="Open Sans"/>
              <a:cs typeface="Open Sans"/>
            </a:endParaRPr>
          </a:p>
          <a:p>
            <a:pPr marL="285750" indent="-285750">
              <a:buFont typeface="Wingdings"/>
              <a:buChar char="q"/>
            </a:pPr>
            <a:endParaRPr lang="en-US">
              <a:solidFill>
                <a:srgbClr val="49495A"/>
              </a:solidFill>
              <a:latin typeface="Open Sans"/>
              <a:ea typeface="+mn-lt"/>
              <a:cs typeface="+mn-lt"/>
            </a:endParaRPr>
          </a:p>
          <a:p>
            <a:pPr marL="285750" indent="-285750">
              <a:buFont typeface="Wingdings"/>
              <a:buChar char="q"/>
            </a:pPr>
            <a:r>
              <a:rPr lang="en-US" dirty="0">
                <a:solidFill>
                  <a:srgbClr val="49495A"/>
                </a:solidFill>
                <a:latin typeface="Open Sans"/>
                <a:ea typeface="+mn-lt"/>
                <a:cs typeface="+mn-lt"/>
              </a:rPr>
              <a:t>Data is displayed on the </a:t>
            </a:r>
            <a:r>
              <a:rPr lang="en-US" b="1" dirty="0">
                <a:solidFill>
                  <a:srgbClr val="49495A"/>
                </a:solidFill>
                <a:latin typeface="Open Sans"/>
                <a:ea typeface="+mn-lt"/>
                <a:cs typeface="+mn-lt"/>
              </a:rPr>
              <a:t>Serial Monitor</a:t>
            </a:r>
            <a:r>
              <a:rPr lang="en-US" dirty="0">
                <a:solidFill>
                  <a:srgbClr val="49495A"/>
                </a:solidFill>
                <a:latin typeface="Open Sans"/>
                <a:ea typeface="+mn-lt"/>
                <a:cs typeface="+mn-lt"/>
              </a:rPr>
              <a:t> for verification.</a:t>
            </a:r>
            <a:endParaRPr lang="en-US" dirty="0">
              <a:latin typeface="Open Sans"/>
              <a:ea typeface="Open Sans"/>
              <a:cs typeface="Open Sans"/>
            </a:endParaRPr>
          </a:p>
          <a:p>
            <a:pPr marL="285750" indent="-285750">
              <a:buFont typeface="Wingdings"/>
              <a:buChar char="q"/>
            </a:pPr>
            <a:endParaRPr lang="en-US">
              <a:solidFill>
                <a:srgbClr val="49495A"/>
              </a:solidFill>
              <a:latin typeface="Open Sans"/>
              <a:ea typeface="+mn-lt"/>
              <a:cs typeface="+mn-lt"/>
            </a:endParaRPr>
          </a:p>
          <a:p>
            <a:pPr marL="285750" indent="-285750">
              <a:buFont typeface="Wingdings"/>
              <a:buChar char="q"/>
            </a:pPr>
            <a:r>
              <a:rPr lang="en-US" dirty="0">
                <a:solidFill>
                  <a:srgbClr val="49495A"/>
                </a:solidFill>
                <a:latin typeface="Open Sans"/>
                <a:ea typeface="+mn-lt"/>
                <a:cs typeface="+mn-lt"/>
              </a:rPr>
              <a:t>Sensor data is sent via </a:t>
            </a:r>
            <a:r>
              <a:rPr lang="en-US" b="1" dirty="0">
                <a:solidFill>
                  <a:srgbClr val="49495A"/>
                </a:solidFill>
                <a:latin typeface="Open Sans"/>
                <a:ea typeface="+mn-lt"/>
                <a:cs typeface="+mn-lt"/>
              </a:rPr>
              <a:t>ESP32</a:t>
            </a:r>
            <a:r>
              <a:rPr lang="en-US" dirty="0">
                <a:solidFill>
                  <a:srgbClr val="49495A"/>
                </a:solidFill>
                <a:latin typeface="Open Sans"/>
                <a:ea typeface="+mn-lt"/>
                <a:cs typeface="+mn-lt"/>
              </a:rPr>
              <a:t> to </a:t>
            </a:r>
            <a:r>
              <a:rPr lang="en-US" b="1" dirty="0" err="1">
                <a:solidFill>
                  <a:srgbClr val="49495A"/>
                </a:solidFill>
                <a:latin typeface="Open Sans"/>
                <a:ea typeface="+mn-lt"/>
                <a:cs typeface="+mn-lt"/>
              </a:rPr>
              <a:t>ThingSpeak</a:t>
            </a:r>
            <a:r>
              <a:rPr lang="en-US" b="1" dirty="0">
                <a:solidFill>
                  <a:srgbClr val="49495A"/>
                </a:solidFill>
                <a:latin typeface="Open Sans"/>
                <a:ea typeface="+mn-lt"/>
                <a:cs typeface="+mn-lt"/>
              </a:rPr>
              <a:t> Cloud</a:t>
            </a:r>
            <a:r>
              <a:rPr lang="en-US" dirty="0">
                <a:solidFill>
                  <a:srgbClr val="49495A"/>
                </a:solidFill>
                <a:latin typeface="Open Sans"/>
                <a:ea typeface="+mn-lt"/>
                <a:cs typeface="+mn-lt"/>
              </a:rPr>
              <a:t>.</a:t>
            </a:r>
            <a:endParaRPr lang="en-US" dirty="0">
              <a:latin typeface="Open Sans"/>
              <a:ea typeface="Open Sans"/>
              <a:cs typeface="Open Sans"/>
            </a:endParaRPr>
          </a:p>
          <a:p>
            <a:pPr marL="285750" indent="-285750">
              <a:buFont typeface="Wingdings"/>
              <a:buChar char="q"/>
            </a:pPr>
            <a:endParaRPr lang="en-US">
              <a:solidFill>
                <a:srgbClr val="49495A"/>
              </a:solidFill>
              <a:latin typeface="Open Sans"/>
              <a:ea typeface="+mn-lt"/>
              <a:cs typeface="+mn-lt"/>
            </a:endParaRPr>
          </a:p>
          <a:p>
            <a:pPr marL="285750" indent="-285750">
              <a:buFont typeface="Wingdings"/>
              <a:buChar char="q"/>
            </a:pPr>
            <a:r>
              <a:rPr lang="en-US" dirty="0">
                <a:solidFill>
                  <a:srgbClr val="49495A"/>
                </a:solidFill>
                <a:latin typeface="Open Sans"/>
                <a:ea typeface="+mn-lt"/>
                <a:cs typeface="+mn-lt"/>
              </a:rPr>
              <a:t>From </a:t>
            </a:r>
            <a:r>
              <a:rPr lang="en-US" b="1" dirty="0" err="1">
                <a:solidFill>
                  <a:srgbClr val="49495A"/>
                </a:solidFill>
                <a:latin typeface="Open Sans"/>
                <a:ea typeface="+mn-lt"/>
                <a:cs typeface="+mn-lt"/>
              </a:rPr>
              <a:t>ThingSpeak</a:t>
            </a:r>
            <a:r>
              <a:rPr lang="en-US" dirty="0">
                <a:solidFill>
                  <a:srgbClr val="49495A"/>
                </a:solidFill>
                <a:latin typeface="Open Sans"/>
                <a:ea typeface="+mn-lt"/>
                <a:cs typeface="+mn-lt"/>
              </a:rPr>
              <a:t>, the data is forwarded to a </a:t>
            </a:r>
            <a:r>
              <a:rPr lang="en-US" b="1" dirty="0">
                <a:solidFill>
                  <a:srgbClr val="49495A"/>
                </a:solidFill>
                <a:latin typeface="Open Sans"/>
                <a:ea typeface="+mn-lt"/>
                <a:cs typeface="+mn-lt"/>
              </a:rPr>
              <a:t>Local Database</a:t>
            </a:r>
            <a:r>
              <a:rPr lang="en-US" dirty="0">
                <a:solidFill>
                  <a:srgbClr val="49495A"/>
                </a:solidFill>
                <a:latin typeface="Open Sans"/>
                <a:ea typeface="+mn-lt"/>
                <a:cs typeface="+mn-lt"/>
              </a:rPr>
              <a:t> for storage and further analysis.</a:t>
            </a:r>
            <a:endParaRPr lang="en-US" dirty="0">
              <a:latin typeface="Open Sans"/>
              <a:ea typeface="Open Sans"/>
              <a:cs typeface="Open Sans"/>
            </a:endParaRPr>
          </a:p>
          <a:p>
            <a:pPr marL="0" indent="0" algn="l">
              <a:lnSpc>
                <a:spcPts val="2700"/>
              </a:lnSpc>
              <a:buNone/>
            </a:pPr>
            <a:endParaRPr lang="en-US">
              <a:solidFill>
                <a:srgbClr val="49495A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6" name="Text 3"/>
          <p:cNvSpPr/>
          <p:nvPr/>
        </p:nvSpPr>
        <p:spPr>
          <a:xfrm>
            <a:off x="753427" y="7248406"/>
            <a:ext cx="13123545" cy="68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The diagram illustrates the virtual circuit, mirroring our planned hardware implementation. This simulation on </a:t>
            </a:r>
            <a:r>
              <a:rPr lang="en-US" sz="1650" err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Wokwi</a:t>
            </a:r>
            <a:r>
              <a:rPr lang="en-US" sz="165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 provides valuable insights into the system's behavior, paving the way for a smooth transition to physical hardware.</a:t>
            </a:r>
            <a:endParaRPr lang="en-US" sz="1650">
              <a:latin typeface="Open Sans"/>
              <a:ea typeface="Open Sans"/>
              <a:cs typeface="Open San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1C43AA-B960-706F-2458-6B504A6E3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8439" y="2296725"/>
            <a:ext cx="5940458" cy="417716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D00B93B-7949-8024-F6CA-3AAD734AC22C}"/>
              </a:ext>
            </a:extLst>
          </p:cNvPr>
          <p:cNvSpPr/>
          <p:nvPr/>
        </p:nvSpPr>
        <p:spPr>
          <a:xfrm>
            <a:off x="12706350" y="7677150"/>
            <a:ext cx="1913612" cy="554538"/>
          </a:xfrm>
          <a:prstGeom prst="rect">
            <a:avLst/>
          </a:prstGeom>
          <a:solidFill>
            <a:srgbClr val="FBFAFF"/>
          </a:solidFill>
          <a:ln>
            <a:solidFill>
              <a:srgbClr val="FBF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6348" y="402874"/>
            <a:ext cx="10357269" cy="945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00"/>
              </a:lnSpc>
            </a:pPr>
            <a:r>
              <a:rPr lang="en-US" sz="3600" err="1">
                <a:solidFill>
                  <a:srgbClr val="403CCF"/>
                </a:solidFill>
                <a:latin typeface="Libre Baskerville"/>
              </a:rPr>
              <a:t>ThingSpeak</a:t>
            </a:r>
            <a:r>
              <a:rPr lang="en-US" sz="3600">
                <a:solidFill>
                  <a:srgbClr val="403CCF"/>
                </a:solidFill>
                <a:latin typeface="Libre Baskerville"/>
              </a:rPr>
              <a:t> &amp; Database Demo Outputs</a:t>
            </a:r>
          </a:p>
        </p:txBody>
      </p:sp>
      <p:sp>
        <p:nvSpPr>
          <p:cNvPr id="5" name="Text 2"/>
          <p:cNvSpPr/>
          <p:nvPr/>
        </p:nvSpPr>
        <p:spPr>
          <a:xfrm>
            <a:off x="457319" y="8377357"/>
            <a:ext cx="1899166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Heart Rate Monitoring</a:t>
            </a:r>
            <a:endParaRPr lang="en-US" sz="1250"/>
          </a:p>
        </p:txBody>
      </p:sp>
      <p:sp>
        <p:nvSpPr>
          <p:cNvPr id="6" name="Text 3"/>
          <p:cNvSpPr/>
          <p:nvPr/>
        </p:nvSpPr>
        <p:spPr>
          <a:xfrm>
            <a:off x="457319" y="8712160"/>
            <a:ext cx="6698456" cy="418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Observed heart rates consistently fall within the normal range of 72–85 BPM, indicating stable cardiac activity within the simulated environment.</a:t>
            </a:r>
            <a:endParaRPr lang="en-US" sz="1000"/>
          </a:p>
        </p:txBody>
      </p:sp>
      <p:sp>
        <p:nvSpPr>
          <p:cNvPr id="8" name="Text 4"/>
          <p:cNvSpPr/>
          <p:nvPr/>
        </p:nvSpPr>
        <p:spPr>
          <a:xfrm>
            <a:off x="7482245" y="8377357"/>
            <a:ext cx="2205395" cy="204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Body Temperature Trends</a:t>
            </a:r>
            <a:endParaRPr lang="en-US" sz="1250"/>
          </a:p>
        </p:txBody>
      </p:sp>
      <p:sp>
        <p:nvSpPr>
          <p:cNvPr id="9" name="Text 5"/>
          <p:cNvSpPr/>
          <p:nvPr/>
        </p:nvSpPr>
        <p:spPr>
          <a:xfrm>
            <a:off x="7482245" y="8712160"/>
            <a:ext cx="6698456" cy="418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Temperature readings maintain a healthy range of 36.5-37.5°C, validating sensor accuracy for thermoregulation monitoring.</a:t>
            </a:r>
            <a:endParaRPr lang="en-US" sz="1000"/>
          </a:p>
        </p:txBody>
      </p:sp>
      <p:sp>
        <p:nvSpPr>
          <p:cNvPr id="10" name="Text 6"/>
          <p:cNvSpPr/>
          <p:nvPr/>
        </p:nvSpPr>
        <p:spPr>
          <a:xfrm>
            <a:off x="457319" y="9394746"/>
            <a:ext cx="13715762" cy="209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initial results validate the functionality of our data acquisition and transmission, aligning with expected healthy vital sign values.</a:t>
            </a:r>
            <a:endParaRPr lang="en-US" sz="1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1F3CFB-8776-5CD2-653B-44101841636D}"/>
              </a:ext>
            </a:extLst>
          </p:cNvPr>
          <p:cNvSpPr/>
          <p:nvPr/>
        </p:nvSpPr>
        <p:spPr>
          <a:xfrm>
            <a:off x="12706350" y="7677150"/>
            <a:ext cx="1913612" cy="554538"/>
          </a:xfrm>
          <a:prstGeom prst="rect">
            <a:avLst/>
          </a:prstGeom>
          <a:solidFill>
            <a:srgbClr val="FBFAFF"/>
          </a:solidFill>
          <a:ln>
            <a:solidFill>
              <a:srgbClr val="FBF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993A9D-D1DB-AB2B-A106-5B8303B2C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80" y="1133475"/>
            <a:ext cx="5631502" cy="4969082"/>
          </a:xfrm>
          <a:prstGeom prst="rect">
            <a:avLst/>
          </a:prstGeom>
        </p:spPr>
      </p:pic>
      <p:pic>
        <p:nvPicPr>
          <p:cNvPr id="7" name="Picture 6" descr="A screenshot of a data&#10;&#10;AI-generated content may be incorrect.">
            <a:extLst>
              <a:ext uri="{FF2B5EF4-FFF2-40B4-BE49-F238E27FC236}">
                <a16:creationId xmlns:a16="http://schemas.microsoft.com/office/drawing/2014/main" id="{27CEC3F5-7A2F-907D-842A-12850F295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2178" y="5162117"/>
            <a:ext cx="7286625" cy="2809875"/>
          </a:xfrm>
          <a:prstGeom prst="rect">
            <a:avLst/>
          </a:prstGeom>
        </p:spPr>
      </p:pic>
      <p:pic>
        <p:nvPicPr>
          <p:cNvPr id="13" name="Picture 12" descr="A screenshot of a graph&#10;&#10;AI-generated content may be incorrect.">
            <a:extLst>
              <a:ext uri="{FF2B5EF4-FFF2-40B4-BE49-F238E27FC236}">
                <a16:creationId xmlns:a16="http://schemas.microsoft.com/office/drawing/2014/main" id="{4A1AC6FF-B261-4D37-CD39-2666612BEE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7365" y="876734"/>
            <a:ext cx="4886325" cy="3345007"/>
          </a:xfrm>
          <a:prstGeom prst="rect">
            <a:avLst/>
          </a:prstGeom>
        </p:spPr>
      </p:pic>
      <p:pic>
        <p:nvPicPr>
          <p:cNvPr id="14" name="Graphic 13" descr="Arrow: Straight with solid fill">
            <a:extLst>
              <a:ext uri="{FF2B5EF4-FFF2-40B4-BE49-F238E27FC236}">
                <a16:creationId xmlns:a16="http://schemas.microsoft.com/office/drawing/2014/main" id="{2B62B3CC-9861-39DE-CDAE-E4E4DA8476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6234545" y="2299854"/>
            <a:ext cx="914400" cy="914400"/>
          </a:xfrm>
          <a:prstGeom prst="rect">
            <a:avLst/>
          </a:prstGeom>
        </p:spPr>
      </p:pic>
      <p:pic>
        <p:nvPicPr>
          <p:cNvPr id="15" name="Graphic 14" descr="Arrow: Straight with solid fill">
            <a:extLst>
              <a:ext uri="{FF2B5EF4-FFF2-40B4-BE49-F238E27FC236}">
                <a16:creationId xmlns:a16="http://schemas.microsoft.com/office/drawing/2014/main" id="{C0A22187-C7C0-711A-8D6D-8859B0C6CE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-5400000">
            <a:off x="9462654" y="4253345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B4C4F-A21B-4D57-6222-84953D22A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BD91767-12D3-2F39-A9A8-C277717D3589}"/>
              </a:ext>
            </a:extLst>
          </p:cNvPr>
          <p:cNvSpPr/>
          <p:nvPr/>
        </p:nvSpPr>
        <p:spPr>
          <a:xfrm>
            <a:off x="753427" y="591979"/>
            <a:ext cx="7715012" cy="672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250"/>
              </a:lnSpc>
            </a:pPr>
            <a:r>
              <a:rPr lang="en-US" sz="4200">
                <a:solidFill>
                  <a:srgbClr val="403CCF"/>
                </a:solidFill>
                <a:latin typeface="Libre Baskerville"/>
              </a:rPr>
              <a:t>Analysis of Readings :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8A2BDA-98BF-45B9-3D4D-1FBB4EFA86B9}"/>
              </a:ext>
            </a:extLst>
          </p:cNvPr>
          <p:cNvSpPr/>
          <p:nvPr/>
        </p:nvSpPr>
        <p:spPr>
          <a:xfrm>
            <a:off x="12706350" y="7677150"/>
            <a:ext cx="1913612" cy="554538"/>
          </a:xfrm>
          <a:prstGeom prst="rect">
            <a:avLst/>
          </a:prstGeom>
          <a:solidFill>
            <a:srgbClr val="FBFAFF"/>
          </a:solidFill>
          <a:ln>
            <a:solidFill>
              <a:srgbClr val="FBF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77E5779-A2B2-8D54-C9DE-271CAF2155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50" t="898" r="54773" b="51527"/>
          <a:stretch>
            <a:fillRect/>
          </a:stretch>
        </p:blipFill>
        <p:spPr>
          <a:xfrm>
            <a:off x="297873" y="1602519"/>
            <a:ext cx="3929771" cy="2787703"/>
          </a:xfrm>
          <a:prstGeom prst="rect">
            <a:avLst/>
          </a:prstGeom>
        </p:spPr>
      </p:pic>
      <p:pic>
        <p:nvPicPr>
          <p:cNvPr id="13" name="Picture 1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814F207-456B-2B18-3431-3653E1EA78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203" t="51206" r="6365" b="1470"/>
          <a:stretch>
            <a:fillRect/>
          </a:stretch>
        </p:blipFill>
        <p:spPr>
          <a:xfrm>
            <a:off x="291655" y="4386859"/>
            <a:ext cx="4073167" cy="2789126"/>
          </a:xfrm>
          <a:prstGeom prst="rect">
            <a:avLst/>
          </a:prstGeom>
        </p:spPr>
      </p:pic>
      <p:pic>
        <p:nvPicPr>
          <p:cNvPr id="14" name="Picture 1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3DD43CE-5D4E-EB10-4DDF-9326F5A442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42" t="51741" r="54947" b="2735"/>
          <a:stretch>
            <a:fillRect/>
          </a:stretch>
        </p:blipFill>
        <p:spPr>
          <a:xfrm>
            <a:off x="4218708" y="1604530"/>
            <a:ext cx="4067705" cy="27845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BA1277-AEB3-475E-7FD4-63B100D9B95C}"/>
              </a:ext>
            </a:extLst>
          </p:cNvPr>
          <p:cNvSpPr txBox="1"/>
          <p:nvPr/>
        </p:nvSpPr>
        <p:spPr>
          <a:xfrm>
            <a:off x="8474954" y="184026"/>
            <a:ext cx="6034064" cy="78483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Open San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latin typeface="Open Sans"/>
                <a:ea typeface="+mn-lt"/>
                <a:cs typeface="+mn-lt"/>
              </a:rPr>
              <a:t>Data Flow Verification :</a:t>
            </a:r>
            <a:endParaRPr lang="en-US" dirty="0">
              <a:latin typeface="Open Sans"/>
              <a:ea typeface="Open Sans"/>
              <a:cs typeface="Open Sans"/>
            </a:endParaRPr>
          </a:p>
          <a:p>
            <a:pPr marL="742950" lvl="1" indent="-285750">
              <a:buFont typeface="Wingdings"/>
              <a:buChar char="§"/>
            </a:pPr>
            <a:r>
              <a:rPr lang="en-US" dirty="0">
                <a:latin typeface="Open Sans"/>
                <a:ea typeface="+mn-lt"/>
                <a:cs typeface="+mn-lt"/>
              </a:rPr>
              <a:t>Manual sensor values entered in </a:t>
            </a:r>
            <a:r>
              <a:rPr lang="en-US" err="1">
                <a:latin typeface="Open Sans"/>
                <a:ea typeface="+mn-lt"/>
                <a:cs typeface="+mn-lt"/>
              </a:rPr>
              <a:t>Wokwi</a:t>
            </a:r>
            <a:r>
              <a:rPr lang="en-US" dirty="0">
                <a:latin typeface="Open Sans"/>
                <a:ea typeface="+mn-lt"/>
                <a:cs typeface="+mn-lt"/>
              </a:rPr>
              <a:t> were successfully captured by </a:t>
            </a:r>
            <a:r>
              <a:rPr lang="en-US" b="1" dirty="0">
                <a:latin typeface="Open Sans"/>
                <a:ea typeface="+mn-lt"/>
                <a:cs typeface="+mn-lt"/>
              </a:rPr>
              <a:t>DS18B20 &amp; MPU6050</a:t>
            </a:r>
            <a:r>
              <a:rPr lang="en-US" dirty="0">
                <a:latin typeface="Open Sans"/>
                <a:ea typeface="+mn-lt"/>
                <a:cs typeface="+mn-lt"/>
              </a:rPr>
              <a:t>.</a:t>
            </a:r>
            <a:endParaRPr lang="en-US" dirty="0">
              <a:latin typeface="Open Sans"/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Wingdings"/>
              <a:buChar char="§"/>
            </a:pPr>
            <a:endParaRPr lang="en-US" dirty="0">
              <a:latin typeface="Open Sans"/>
              <a:ea typeface="+mn-lt"/>
              <a:cs typeface="+mn-lt"/>
            </a:endParaRPr>
          </a:p>
          <a:p>
            <a:pPr marL="742950" lvl="1" indent="-285750">
              <a:buFont typeface="Wingdings"/>
              <a:buChar char="§"/>
            </a:pPr>
            <a:r>
              <a:rPr lang="en-US" dirty="0">
                <a:latin typeface="Open Sans"/>
                <a:ea typeface="+mn-lt"/>
                <a:cs typeface="+mn-lt"/>
              </a:rPr>
              <a:t>Values were printed in the </a:t>
            </a:r>
            <a:r>
              <a:rPr lang="en-US" b="1" dirty="0">
                <a:latin typeface="Open Sans"/>
                <a:ea typeface="+mn-lt"/>
                <a:cs typeface="+mn-lt"/>
              </a:rPr>
              <a:t>Serial Monitor</a:t>
            </a:r>
            <a:r>
              <a:rPr lang="en-US" dirty="0">
                <a:latin typeface="Open Sans"/>
                <a:ea typeface="+mn-lt"/>
                <a:cs typeface="+mn-lt"/>
              </a:rPr>
              <a:t> and transmitted to </a:t>
            </a:r>
            <a:r>
              <a:rPr lang="en-US" b="1" err="1">
                <a:latin typeface="Open Sans"/>
                <a:ea typeface="+mn-lt"/>
                <a:cs typeface="+mn-lt"/>
              </a:rPr>
              <a:t>ThingSpeak</a:t>
            </a:r>
            <a:r>
              <a:rPr lang="en-US" b="1" dirty="0">
                <a:latin typeface="Open Sans"/>
                <a:ea typeface="+mn-lt"/>
                <a:cs typeface="+mn-lt"/>
              </a:rPr>
              <a:t> Cloud</a:t>
            </a:r>
            <a:r>
              <a:rPr lang="en-US" dirty="0">
                <a:latin typeface="Open Sans"/>
                <a:ea typeface="+mn-lt"/>
                <a:cs typeface="+mn-lt"/>
              </a:rPr>
              <a:t>.</a:t>
            </a:r>
            <a:endParaRPr lang="en-US" dirty="0">
              <a:latin typeface="Open Sans"/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Wingdings"/>
              <a:buChar char="§"/>
            </a:pPr>
            <a:endParaRPr lang="en-US" dirty="0">
              <a:latin typeface="Open Sans"/>
              <a:ea typeface="+mn-lt"/>
              <a:cs typeface="+mn-lt"/>
            </a:endParaRPr>
          </a:p>
          <a:p>
            <a:pPr marL="742950" lvl="1" indent="-285750">
              <a:buFont typeface="Wingdings"/>
              <a:buChar char="§"/>
            </a:pPr>
            <a:r>
              <a:rPr lang="en-US" dirty="0">
                <a:latin typeface="Open Sans"/>
                <a:ea typeface="+mn-lt"/>
                <a:cs typeface="+mn-lt"/>
              </a:rPr>
              <a:t>Data was further stored in the </a:t>
            </a:r>
            <a:r>
              <a:rPr lang="en-US" b="1" dirty="0">
                <a:latin typeface="Open Sans"/>
                <a:ea typeface="+mn-lt"/>
                <a:cs typeface="+mn-lt"/>
              </a:rPr>
              <a:t>Local Database</a:t>
            </a:r>
            <a:r>
              <a:rPr lang="en-US" dirty="0">
                <a:latin typeface="Open Sans"/>
                <a:ea typeface="+mn-lt"/>
                <a:cs typeface="+mn-lt"/>
              </a:rPr>
              <a:t>, confirming smooth end-to-end flow.</a:t>
            </a:r>
            <a:endParaRPr lang="en-US" dirty="0">
              <a:latin typeface="Open Sans"/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Wingdings"/>
              <a:buChar char="§"/>
            </a:pPr>
            <a:endParaRPr lang="en-US" dirty="0">
              <a:latin typeface="Open Sans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 err="1">
                <a:latin typeface="Open Sans"/>
                <a:ea typeface="+mn-lt"/>
                <a:cs typeface="+mn-lt"/>
              </a:rPr>
              <a:t>ThingSpeak</a:t>
            </a:r>
            <a:r>
              <a:rPr lang="en-US" b="1" dirty="0">
                <a:latin typeface="Open Sans"/>
                <a:ea typeface="+mn-lt"/>
                <a:cs typeface="+mn-lt"/>
              </a:rPr>
              <a:t> Graphs :</a:t>
            </a:r>
            <a:endParaRPr lang="en-US" dirty="0">
              <a:latin typeface="Open Sans"/>
              <a:ea typeface="Open Sans"/>
              <a:cs typeface="Open Sans"/>
            </a:endParaRPr>
          </a:p>
          <a:p>
            <a:pPr marL="742950" lvl="1" indent="-285750">
              <a:buFont typeface="Wingdings"/>
              <a:buChar char="§"/>
            </a:pPr>
            <a:r>
              <a:rPr lang="en-US" dirty="0">
                <a:latin typeface="Open Sans"/>
                <a:ea typeface="+mn-lt"/>
                <a:cs typeface="+mn-lt"/>
              </a:rPr>
              <a:t>Line charts showed correct reflection of manually varied sensor inputs.</a:t>
            </a:r>
            <a:endParaRPr lang="en-US" dirty="0">
              <a:latin typeface="Open Sans"/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Wingdings"/>
              <a:buChar char="§"/>
            </a:pPr>
            <a:endParaRPr lang="en-US" dirty="0">
              <a:latin typeface="Open Sans"/>
              <a:ea typeface="+mn-lt"/>
              <a:cs typeface="+mn-lt"/>
            </a:endParaRPr>
          </a:p>
          <a:p>
            <a:pPr marL="742950" lvl="1" indent="-285750">
              <a:buFont typeface="Wingdings"/>
              <a:buChar char="§"/>
            </a:pPr>
            <a:r>
              <a:rPr lang="en-US" dirty="0">
                <a:latin typeface="Open Sans"/>
                <a:ea typeface="+mn-lt"/>
                <a:cs typeface="+mn-lt"/>
              </a:rPr>
              <a:t>Demonstrated the system’s ability to log and visualize changes in real-time.</a:t>
            </a:r>
            <a:endParaRPr lang="en-US" dirty="0">
              <a:latin typeface="Open Sans"/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Wingdings"/>
              <a:buChar char="§"/>
            </a:pPr>
            <a:endParaRPr lang="en-US" dirty="0">
              <a:latin typeface="Open Sans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latin typeface="Open Sans"/>
                <a:ea typeface="+mn-lt"/>
                <a:cs typeface="+mn-lt"/>
              </a:rPr>
              <a:t>Observations :</a:t>
            </a:r>
            <a:endParaRPr lang="en-US" dirty="0">
              <a:latin typeface="Open Sans"/>
              <a:ea typeface="Open Sans"/>
              <a:cs typeface="Open Sans"/>
            </a:endParaRPr>
          </a:p>
          <a:p>
            <a:pPr marL="742950" lvl="1" indent="-285750">
              <a:buFont typeface="Wingdings"/>
              <a:buChar char="§"/>
            </a:pPr>
            <a:r>
              <a:rPr lang="en-US" dirty="0">
                <a:latin typeface="Open Sans"/>
                <a:ea typeface="+mn-lt"/>
                <a:cs typeface="+mn-lt"/>
              </a:rPr>
              <a:t>Data transfer chain</a:t>
            </a:r>
          </a:p>
          <a:p>
            <a:pPr lvl="1"/>
            <a:r>
              <a:rPr lang="en-US" dirty="0">
                <a:latin typeface="Open Sans"/>
                <a:ea typeface="+mn-lt"/>
                <a:cs typeface="+mn-lt"/>
              </a:rPr>
              <a:t> (Sensor → ESP32 → </a:t>
            </a:r>
            <a:r>
              <a:rPr lang="en-US" err="1">
                <a:latin typeface="Open Sans"/>
                <a:ea typeface="+mn-lt"/>
                <a:cs typeface="+mn-lt"/>
              </a:rPr>
              <a:t>ThingSpeak</a:t>
            </a:r>
            <a:r>
              <a:rPr lang="en-US" dirty="0">
                <a:latin typeface="Open Sans"/>
                <a:ea typeface="+mn-lt"/>
                <a:cs typeface="+mn-lt"/>
              </a:rPr>
              <a:t> → Local DB) was consistent.</a:t>
            </a:r>
            <a:endParaRPr lang="en-US" dirty="0">
              <a:latin typeface="Open Sans"/>
              <a:ea typeface="Calibri" panose="020F0502020204030204"/>
              <a:cs typeface="Calibri" panose="020F0502020204030204"/>
            </a:endParaRPr>
          </a:p>
          <a:p>
            <a:pPr lvl="1"/>
            <a:endParaRPr lang="en-US" dirty="0">
              <a:latin typeface="Open Sans"/>
              <a:ea typeface="+mn-lt"/>
              <a:cs typeface="+mn-lt"/>
            </a:endParaRPr>
          </a:p>
          <a:p>
            <a:pPr marL="742950" lvl="1" indent="-285750">
              <a:buFont typeface="Wingdings"/>
              <a:buChar char="§"/>
            </a:pPr>
            <a:r>
              <a:rPr lang="en-US" dirty="0">
                <a:latin typeface="Open Sans"/>
                <a:ea typeface="+mn-lt"/>
                <a:cs typeface="+mn-lt"/>
              </a:rPr>
              <a:t>No packet loss noticed in simulation.</a:t>
            </a:r>
            <a:endParaRPr lang="en-US" dirty="0">
              <a:latin typeface="Open Sans"/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Wingdings"/>
              <a:buChar char="§"/>
            </a:pPr>
            <a:endParaRPr lang="en-US" dirty="0">
              <a:latin typeface="Open Sans"/>
              <a:ea typeface="+mn-lt"/>
              <a:cs typeface="+mn-lt"/>
            </a:endParaRPr>
          </a:p>
          <a:p>
            <a:pPr marL="742950" lvl="1" indent="-285750">
              <a:buFont typeface="Wingdings"/>
              <a:buChar char="§"/>
            </a:pPr>
            <a:r>
              <a:rPr lang="en-US" dirty="0">
                <a:latin typeface="Open Sans"/>
                <a:ea typeface="+mn-lt"/>
                <a:cs typeface="+mn-lt"/>
              </a:rPr>
              <a:t>System can handle </a:t>
            </a:r>
            <a:r>
              <a:rPr lang="en-US" b="1" dirty="0">
                <a:latin typeface="Open Sans"/>
                <a:ea typeface="+mn-lt"/>
                <a:cs typeface="+mn-lt"/>
              </a:rPr>
              <a:t>continuous monitoring</a:t>
            </a:r>
            <a:r>
              <a:rPr lang="en-US" dirty="0">
                <a:latin typeface="Open Sans"/>
                <a:ea typeface="+mn-lt"/>
                <a:cs typeface="+mn-lt"/>
              </a:rPr>
              <a:t> if real sensors are connected.</a:t>
            </a:r>
            <a:endParaRPr lang="en-US" dirty="0">
              <a:latin typeface="Open Sans"/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>
              <a:latin typeface="Open Sans"/>
              <a:ea typeface="Calibri"/>
              <a:cs typeface="Calibri"/>
            </a:endParaRPr>
          </a:p>
        </p:txBody>
      </p:sp>
      <p:pic>
        <p:nvPicPr>
          <p:cNvPr id="6" name="Picture 5" descr="A graph on a screen&#10;&#10;AI-generated content may be incorrect.">
            <a:extLst>
              <a:ext uri="{FF2B5EF4-FFF2-40B4-BE49-F238E27FC236}">
                <a16:creationId xmlns:a16="http://schemas.microsoft.com/office/drawing/2014/main" id="{139756EB-5C24-3830-A82B-6F4B49079F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748" y="4391459"/>
            <a:ext cx="3921703" cy="266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592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DC468-48D0-676F-5777-A8DA5BB49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D1E7FCC-5A71-F5F4-8CEF-2368E0BDC18D}"/>
              </a:ext>
            </a:extLst>
          </p:cNvPr>
          <p:cNvSpPr/>
          <p:nvPr/>
        </p:nvSpPr>
        <p:spPr>
          <a:xfrm>
            <a:off x="486348" y="402874"/>
            <a:ext cx="10357269" cy="945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3600" b="1">
                <a:solidFill>
                  <a:srgbClr val="403CCF"/>
                </a:solidFill>
                <a:ea typeface="+mn-lt"/>
                <a:cs typeface="+mn-lt"/>
              </a:rPr>
              <a:t>Design Considerations for Real Hardware:</a:t>
            </a:r>
            <a:endParaRPr lang="en-US" sz="3600">
              <a:solidFill>
                <a:srgbClr val="403CCF"/>
              </a:solidFill>
              <a:ea typeface="+mn-lt"/>
              <a:cs typeface="+mn-lt"/>
            </a:endParaRPr>
          </a:p>
          <a:p>
            <a:pPr>
              <a:lnSpc>
                <a:spcPts val="3200"/>
              </a:lnSpc>
            </a:pPr>
            <a:endParaRPr lang="en-US" sz="3600">
              <a:solidFill>
                <a:srgbClr val="403CCF"/>
              </a:solidFill>
              <a:latin typeface="Libre Baskerville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F83FE7-41C8-04AF-AD26-CA07B19FEA86}"/>
              </a:ext>
            </a:extLst>
          </p:cNvPr>
          <p:cNvSpPr txBox="1"/>
          <p:nvPr/>
        </p:nvSpPr>
        <p:spPr>
          <a:xfrm>
            <a:off x="481687" y="1338938"/>
            <a:ext cx="12387813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>
                <a:latin typeface="Open Sans"/>
                <a:ea typeface="Open Sans"/>
                <a:cs typeface="Open Sans"/>
              </a:rPr>
              <a:t>Sensor Placement &amp; Comfort</a:t>
            </a:r>
            <a:r>
              <a:rPr lang="en-US" dirty="0">
                <a:latin typeface="Open Sans"/>
                <a:ea typeface="Open Sans"/>
                <a:cs typeface="Open Sans"/>
              </a:rPr>
              <a:t> – Strategically position sensors on the fingers, palm, and wrist to ensure precise vital sign measurements while maintaining user comfort. Integrate sensors seamlessly into the glove design.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Open Sans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latin typeface="Open Sans"/>
                <a:ea typeface="Open Sans"/>
                <a:cs typeface="Open Sans"/>
              </a:rPr>
              <a:t>Power Management</a:t>
            </a:r>
            <a:r>
              <a:rPr lang="en-US" dirty="0">
                <a:latin typeface="Open Sans"/>
                <a:ea typeface="Open Sans"/>
                <a:cs typeface="Open Sans"/>
              </a:rPr>
              <a:t> – Use a rechargeable Li-ion or LiPo battery with an efficient charging circuit. Include low-battery alerts to ensure uninterrupted monitoring.</a:t>
            </a:r>
          </a:p>
          <a:p>
            <a:pPr marL="285750" indent="-285750">
              <a:buFont typeface="Arial"/>
              <a:buChar char="•"/>
            </a:pPr>
            <a:endParaRPr lang="en-US" b="1" dirty="0">
              <a:latin typeface="Open Sans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latin typeface="Open Sans"/>
                <a:ea typeface="Open Sans"/>
                <a:cs typeface="Open Sans"/>
              </a:rPr>
              <a:t>Signal Conditioning &amp; Filtering</a:t>
            </a:r>
            <a:r>
              <a:rPr lang="en-US" dirty="0">
                <a:latin typeface="Open Sans"/>
                <a:ea typeface="Open Sans"/>
                <a:cs typeface="Open Sans"/>
              </a:rPr>
              <a:t> – Implement hardware and software filters to reduce noise and enhance the accuracy of sensor readings.</a:t>
            </a:r>
          </a:p>
          <a:p>
            <a:pPr marL="285750" indent="-285750">
              <a:buFont typeface="Arial"/>
              <a:buChar char="•"/>
            </a:pPr>
            <a:endParaRPr lang="en-US" b="1" dirty="0">
              <a:latin typeface="Open Sans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latin typeface="Open Sans"/>
                <a:ea typeface="Open Sans"/>
                <a:cs typeface="Open Sans"/>
              </a:rPr>
              <a:t>Data Reliability</a:t>
            </a:r>
            <a:r>
              <a:rPr lang="en-US" dirty="0">
                <a:latin typeface="Open Sans"/>
                <a:ea typeface="Open Sans"/>
                <a:cs typeface="Open Sans"/>
              </a:rPr>
              <a:t> – Store data locally on ESP32 flash memory or an SD card as a backup when Wi-Fi connectivity is unavailable. Ensure secure transfer of data to </a:t>
            </a:r>
            <a:r>
              <a:rPr lang="en-US" err="1">
                <a:latin typeface="Open Sans"/>
                <a:ea typeface="Open Sans"/>
                <a:cs typeface="Open Sans"/>
              </a:rPr>
              <a:t>ThingSpeak</a:t>
            </a:r>
            <a:r>
              <a:rPr lang="en-US" dirty="0">
                <a:latin typeface="Open Sans"/>
                <a:ea typeface="Open Sans"/>
                <a:cs typeface="Open Sans"/>
              </a:rPr>
              <a:t> or a local database for continuous monitoring.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Open Sans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latin typeface="Open Sans"/>
                <a:ea typeface="Open Sans"/>
                <a:cs typeface="Open Sans"/>
              </a:rPr>
              <a:t>Alerts &amp; User Feedback </a:t>
            </a:r>
            <a:r>
              <a:rPr lang="en-US" dirty="0">
                <a:latin typeface="Open Sans"/>
                <a:ea typeface="Open Sans"/>
                <a:cs typeface="Open Sans"/>
              </a:rPr>
              <a:t>– Provide immediate feedback via a buzzer, vibration motor, or LED indicators when abnormal vital signs are detected.</a:t>
            </a:r>
          </a:p>
          <a:p>
            <a:pPr marL="285750" indent="-285750">
              <a:buFont typeface="Arial"/>
              <a:buChar char="•"/>
            </a:pPr>
            <a:endParaRPr lang="en-US" dirty="0">
              <a:latin typeface="Open Sans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latin typeface="Open Sans"/>
                <a:ea typeface="Open Sans"/>
                <a:cs typeface="Open Sans"/>
              </a:rPr>
              <a:t>Enclosure &amp; Safety </a:t>
            </a:r>
            <a:r>
              <a:rPr lang="en-US" dirty="0">
                <a:latin typeface="Open Sans"/>
                <a:ea typeface="Open Sans"/>
                <a:cs typeface="Open Sans"/>
              </a:rPr>
              <a:t>– Design the glove using comfortable, non-toxic materials and ensure all electronics are insulated to protect the user.</a:t>
            </a:r>
          </a:p>
          <a:p>
            <a:pPr algn="l"/>
            <a:endParaRPr lang="en-US" dirty="0">
              <a:latin typeface="Open Sans"/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BB1D13-D71B-733A-3070-740E7E8A8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8075" y="7553325"/>
            <a:ext cx="2337088" cy="67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665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178" y="517088"/>
            <a:ext cx="8400574" cy="44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endParaRPr lang="en-US" sz="3700">
              <a:solidFill>
                <a:srgbClr val="403CCF"/>
              </a:solidFill>
              <a:latin typeface="Libre Baskerville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178" y="1121056"/>
            <a:ext cx="4875955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dirty="0">
                <a:solidFill>
                  <a:srgbClr val="403CCF"/>
                </a:solidFill>
                <a:latin typeface="Libre Baskerville"/>
                <a:ea typeface="Libre Baskerville" pitchFamily="34" charset="-122"/>
                <a:cs typeface="Libre Baskerville" pitchFamily="34" charset="-120"/>
              </a:rPr>
              <a:t>Challenges Encountered</a:t>
            </a:r>
            <a:endParaRPr lang="en-US" sz="2400" dirty="0">
              <a:latin typeface="Libre Baskerville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8178" y="3025259"/>
            <a:ext cx="6427589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endParaRPr lang="en-US" sz="1450">
              <a:solidFill>
                <a:srgbClr val="49495A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178" y="1569407"/>
            <a:ext cx="6427589" cy="2856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  <a:buFont typeface="Arial"/>
              <a:buChar char="•"/>
            </a:pPr>
            <a:endParaRPr lang="en-US">
              <a:solidFill>
                <a:srgbClr val="49495A"/>
              </a:solidFill>
              <a:latin typeface="Open Sans"/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ts val="2350"/>
              </a:lnSpc>
              <a:buFont typeface="Arial"/>
              <a:buChar char="•"/>
            </a:pPr>
            <a:r>
              <a:rPr lang="en-US">
                <a:solidFill>
                  <a:srgbClr val="49495A"/>
                </a:solidFill>
                <a:latin typeface="Open Sans"/>
                <a:ea typeface="+mn-lt"/>
                <a:cs typeface="+mn-lt"/>
              </a:rPr>
              <a:t>.</a:t>
            </a:r>
            <a:br>
              <a:rPr lang="en-US" sz="1600">
                <a:ea typeface="+mn-lt"/>
                <a:cs typeface="+mn-lt"/>
              </a:rPr>
            </a:br>
            <a:r>
              <a:rPr lang="en-US" b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PCB Design Constraints</a:t>
            </a:r>
            <a:r>
              <a:rPr lang="en-US" sz="1600" b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:</a:t>
            </a:r>
            <a:r>
              <a:rPr lang="en-US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 Optimizing board size and component placement for a wearable form factor presented significant design challenges.</a:t>
            </a:r>
            <a:endParaRPr lang="en-US">
              <a:latin typeface="Open Sans"/>
              <a:ea typeface="Open Sans"/>
              <a:cs typeface="Open Sans"/>
            </a:endParaRPr>
          </a:p>
          <a:p>
            <a:pPr>
              <a:buFont typeface="Arial"/>
              <a:buChar char="•"/>
            </a:pPr>
            <a:endParaRPr lang="en-US" sz="1600">
              <a:latin typeface="Open Sans"/>
              <a:ea typeface="+mn-lt"/>
              <a:cs typeface="+mn-lt"/>
            </a:endParaRPr>
          </a:p>
          <a:p>
            <a:pPr marL="342900" indent="-342900">
              <a:lnSpc>
                <a:spcPts val="2350"/>
              </a:lnSpc>
              <a:buSzPct val="100000"/>
              <a:buFont typeface="Arial"/>
              <a:buChar char="•"/>
            </a:pPr>
            <a:r>
              <a:rPr lang="en-US" b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Simulation Limitations</a:t>
            </a:r>
            <a:r>
              <a:rPr lang="en-US" sz="1600" b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:</a:t>
            </a:r>
            <a:r>
              <a:rPr lang="en-US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 </a:t>
            </a:r>
            <a:r>
              <a:rPr lang="en-US" err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Wokwi</a:t>
            </a:r>
            <a:r>
              <a:rPr lang="en-US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 provides good emulation but cannot use GSM module to for Communication data.</a:t>
            </a:r>
            <a:endParaRPr lang="en-US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endParaRPr lang="en-US" sz="1600">
              <a:solidFill>
                <a:srgbClr val="49495A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70704" y="4916958"/>
            <a:ext cx="3204805" cy="279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400" dirty="0">
                <a:solidFill>
                  <a:srgbClr val="403CCF"/>
                </a:solidFill>
                <a:latin typeface="Libre Baskerville"/>
                <a:ea typeface="Libre Baskerville" pitchFamily="34" charset="-122"/>
                <a:cs typeface="Libre Baskerville" pitchFamily="34" charset="-120"/>
              </a:rPr>
              <a:t>Positive Observations</a:t>
            </a:r>
            <a:endParaRPr lang="en-US" sz="2400" dirty="0">
              <a:latin typeface="Libre Baskerville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8178" y="5566648"/>
            <a:ext cx="6427589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Seamless IoT connectivity and reliable data plotting on </a:t>
            </a:r>
            <a:r>
              <a:rPr lang="en-US" err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ThingSpeak</a:t>
            </a:r>
            <a:r>
              <a:rPr lang="en-US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 were successfully demonstrated.</a:t>
            </a:r>
            <a:endParaRPr lang="en-US">
              <a:latin typeface="Open Sans"/>
              <a:ea typeface="Open Sans"/>
              <a:cs typeface="Open San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178" y="6234351"/>
            <a:ext cx="6427589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350"/>
              </a:lnSpc>
              <a:buSzPct val="100000"/>
              <a:buChar char="•"/>
            </a:pPr>
            <a:r>
              <a:rPr lang="en-US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The core system functionality, from sensor reading to cloud visualization, Database logging performed as expected.</a:t>
            </a:r>
            <a:endParaRPr lang="en-US">
              <a:latin typeface="Open Sans"/>
              <a:ea typeface="Open Sans"/>
              <a:cs typeface="Open San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52253" y="1574840"/>
            <a:ext cx="2350770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850">
              <a:solidFill>
                <a:srgbClr val="403CCF"/>
              </a:solidFill>
              <a:latin typeface="Libre Baskerville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52253" y="2056567"/>
            <a:ext cx="6427589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next phase will transition from simulation to tangible hardware implementation and advanced features.</a:t>
            </a:r>
            <a:endParaRPr lang="en-US" sz="1450"/>
          </a:p>
        </p:txBody>
      </p:sp>
      <p:sp>
        <p:nvSpPr>
          <p:cNvPr id="12" name="Text 10"/>
          <p:cNvSpPr/>
          <p:nvPr/>
        </p:nvSpPr>
        <p:spPr>
          <a:xfrm>
            <a:off x="7552253" y="2827734"/>
            <a:ext cx="6427589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b="1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Hardware Fabrication &amp; Testing:</a:t>
            </a:r>
            <a:r>
              <a:rPr lang="en-US" sz="145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Manufacture the designed PCB and rigorously test it within the physical glove.</a:t>
            </a:r>
            <a:endParaRPr lang="en-US" sz="1450"/>
          </a:p>
        </p:txBody>
      </p:sp>
      <p:sp>
        <p:nvSpPr>
          <p:cNvPr id="13" name="Text 11"/>
          <p:cNvSpPr/>
          <p:nvPr/>
        </p:nvSpPr>
        <p:spPr>
          <a:xfrm>
            <a:off x="7552253" y="3495437"/>
            <a:ext cx="6427589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b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Expanded Sensor Integration:</a:t>
            </a:r>
            <a:r>
              <a:rPr lang="en-US" sz="145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 Incorporate additional vital sensors which </a:t>
            </a:r>
            <a:r>
              <a:rPr lang="en-US" sz="1450" err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isnt</a:t>
            </a:r>
            <a:r>
              <a:rPr lang="en-US" sz="145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 fully implemented in simulation to broaden monitoring  capabilities.</a:t>
            </a:r>
            <a:endParaRPr lang="en-US" sz="1450">
              <a:latin typeface="Open Sans"/>
              <a:ea typeface="Open Sans"/>
              <a:cs typeface="Open San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552253" y="4464129"/>
            <a:ext cx="6427589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b="1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Web App Integration:</a:t>
            </a:r>
            <a:r>
              <a:rPr lang="en-US" sz="1450">
                <a:solidFill>
                  <a:srgbClr val="49495A"/>
                </a:solidFill>
                <a:latin typeface="Open Sans"/>
                <a:ea typeface="Open Sans"/>
                <a:cs typeface="Open Sans"/>
              </a:rPr>
              <a:t> Develop a companion web application for personalized alerts, historical data access, and enhanced interaction.</a:t>
            </a:r>
            <a:endParaRPr lang="en-US" sz="1450">
              <a:latin typeface="Open Sans"/>
              <a:ea typeface="Open Sans"/>
              <a:cs typeface="Open San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8178" y="7113508"/>
            <a:ext cx="13314045" cy="601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450">
              <a:solidFill>
                <a:srgbClr val="49495A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8377D2-35DB-3BD8-F681-8134291D0A40}"/>
              </a:ext>
            </a:extLst>
          </p:cNvPr>
          <p:cNvSpPr/>
          <p:nvPr/>
        </p:nvSpPr>
        <p:spPr>
          <a:xfrm>
            <a:off x="12706350" y="7677150"/>
            <a:ext cx="1913612" cy="554538"/>
          </a:xfrm>
          <a:prstGeom prst="rect">
            <a:avLst/>
          </a:prstGeom>
          <a:solidFill>
            <a:srgbClr val="FBFAFF"/>
          </a:solidFill>
          <a:ln>
            <a:solidFill>
              <a:srgbClr val="FBF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327A8-CBBE-C5EA-4BC8-4176336AC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EE0DB9E-B8C9-BEB1-6498-EA97BDB5BEA2}"/>
              </a:ext>
            </a:extLst>
          </p:cNvPr>
          <p:cNvSpPr/>
          <p:nvPr/>
        </p:nvSpPr>
        <p:spPr>
          <a:xfrm>
            <a:off x="3568803" y="3711049"/>
            <a:ext cx="7486174" cy="587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600"/>
              </a:lnSpc>
            </a:pPr>
            <a:r>
              <a:rPr lang="en-US" sz="3700" b="1" dirty="0">
                <a:solidFill>
                  <a:srgbClr val="403CCF"/>
                </a:solidFill>
                <a:latin typeface="Libre Baskerville"/>
              </a:rPr>
              <a:t>THANK YOU</a:t>
            </a:r>
            <a:endParaRPr lang="en-US" b="1" dirty="0"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BE68E6-9A27-7728-D634-742FD9597E93}"/>
              </a:ext>
            </a:extLst>
          </p:cNvPr>
          <p:cNvSpPr/>
          <p:nvPr/>
        </p:nvSpPr>
        <p:spPr>
          <a:xfrm>
            <a:off x="12706350" y="7677150"/>
            <a:ext cx="1913612" cy="554538"/>
          </a:xfrm>
          <a:prstGeom prst="rect">
            <a:avLst/>
          </a:prstGeom>
          <a:solidFill>
            <a:srgbClr val="FBFAFF"/>
          </a:solidFill>
          <a:ln>
            <a:solidFill>
              <a:srgbClr val="FBF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139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11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Mugilan S S</dc:creator>
  <cp:revision>118</cp:revision>
  <dcterms:created xsi:type="dcterms:W3CDTF">2025-09-21T07:20:09Z</dcterms:created>
  <dcterms:modified xsi:type="dcterms:W3CDTF">2025-09-22T08:15:27Z</dcterms:modified>
</cp:coreProperties>
</file>